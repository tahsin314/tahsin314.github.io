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1056" r:id="rId3"/>
    <p:sldId id="257" r:id="rId4"/>
    <p:sldId id="259" r:id="rId5"/>
    <p:sldId id="260" r:id="rId6"/>
    <p:sldId id="1054" r:id="rId7"/>
    <p:sldId id="1059" r:id="rId8"/>
    <p:sldId id="1061" r:id="rId9"/>
    <p:sldId id="1060" r:id="rId10"/>
    <p:sldId id="1069" r:id="rId11"/>
    <p:sldId id="1068" r:id="rId12"/>
    <p:sldId id="1063" r:id="rId13"/>
    <p:sldId id="10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941" autoAdjust="0"/>
  </p:normalViewPr>
  <p:slideViewPr>
    <p:cSldViewPr snapToGrid="0">
      <p:cViewPr varScale="1">
        <p:scale>
          <a:sx n="86" d="100"/>
          <a:sy n="86" d="100"/>
        </p:scale>
        <p:origin x="76"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342151-4767-4793-A7E6-E8D2238C8E69}"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37F8353-CFAD-4113-8ED6-3B371CACEB6E}">
      <dgm:prSet/>
      <dgm:spPr/>
      <dgm:t>
        <a:bodyPr/>
        <a:lstStyle/>
        <a:p>
          <a:r>
            <a:rPr lang="en-US"/>
            <a:t>Background</a:t>
          </a:r>
        </a:p>
      </dgm:t>
    </dgm:pt>
    <dgm:pt modelId="{644D5F91-5047-400A-BE63-1C1DF76D5F5A}" type="parTrans" cxnId="{F3380D84-CC9C-4BA6-845D-056CC719D8DC}">
      <dgm:prSet/>
      <dgm:spPr/>
      <dgm:t>
        <a:bodyPr/>
        <a:lstStyle/>
        <a:p>
          <a:endParaRPr lang="en-US"/>
        </a:p>
      </dgm:t>
    </dgm:pt>
    <dgm:pt modelId="{8BD6FDCD-18A9-4422-AFEA-9358C103350D}" type="sibTrans" cxnId="{F3380D84-CC9C-4BA6-845D-056CC719D8DC}">
      <dgm:prSet/>
      <dgm:spPr/>
      <dgm:t>
        <a:bodyPr/>
        <a:lstStyle/>
        <a:p>
          <a:endParaRPr lang="en-US"/>
        </a:p>
      </dgm:t>
    </dgm:pt>
    <dgm:pt modelId="{FAFEEFB1-BBA9-4D87-82CA-748BCFBDDDAA}">
      <dgm:prSet/>
      <dgm:spPr/>
      <dgm:t>
        <a:bodyPr/>
        <a:lstStyle/>
        <a:p>
          <a:r>
            <a:rPr lang="en-US"/>
            <a:t>Motivation</a:t>
          </a:r>
        </a:p>
      </dgm:t>
    </dgm:pt>
    <dgm:pt modelId="{24D77AC6-5EB7-41E0-892A-32526BD402B6}" type="parTrans" cxnId="{E1652DF6-DBFA-4147-A109-088873AD640C}">
      <dgm:prSet/>
      <dgm:spPr/>
      <dgm:t>
        <a:bodyPr/>
        <a:lstStyle/>
        <a:p>
          <a:endParaRPr lang="en-US"/>
        </a:p>
      </dgm:t>
    </dgm:pt>
    <dgm:pt modelId="{25193485-89DE-4476-AB43-43731ADDB101}" type="sibTrans" cxnId="{E1652DF6-DBFA-4147-A109-088873AD640C}">
      <dgm:prSet/>
      <dgm:spPr/>
      <dgm:t>
        <a:bodyPr/>
        <a:lstStyle/>
        <a:p>
          <a:endParaRPr lang="en-US"/>
        </a:p>
      </dgm:t>
    </dgm:pt>
    <dgm:pt modelId="{0B345F27-1948-4411-8A4C-39A8737B04E6}">
      <dgm:prSet/>
      <dgm:spPr/>
      <dgm:t>
        <a:bodyPr/>
        <a:lstStyle/>
        <a:p>
          <a:r>
            <a:rPr lang="en-US"/>
            <a:t>Problem with Higher Dimensional DECT feature space</a:t>
          </a:r>
        </a:p>
      </dgm:t>
    </dgm:pt>
    <dgm:pt modelId="{CCB42A10-49E8-4396-9D0D-3F7CC413331B}" type="parTrans" cxnId="{0ED727A4-1CA0-4D9A-85FA-74166F246B59}">
      <dgm:prSet/>
      <dgm:spPr/>
      <dgm:t>
        <a:bodyPr/>
        <a:lstStyle/>
        <a:p>
          <a:endParaRPr lang="en-US"/>
        </a:p>
      </dgm:t>
    </dgm:pt>
    <dgm:pt modelId="{42278AB7-34AF-468C-8E37-5577F2D7ED42}" type="sibTrans" cxnId="{0ED727A4-1CA0-4D9A-85FA-74166F246B59}">
      <dgm:prSet/>
      <dgm:spPr/>
      <dgm:t>
        <a:bodyPr/>
        <a:lstStyle/>
        <a:p>
          <a:endParaRPr lang="en-US"/>
        </a:p>
      </dgm:t>
    </dgm:pt>
    <dgm:pt modelId="{50D14E28-A733-4A02-AF46-5DCE85D8AD1E}">
      <dgm:prSet/>
      <dgm:spPr/>
      <dgm:t>
        <a:bodyPr/>
        <a:lstStyle/>
        <a:p>
          <a:r>
            <a:rPr lang="en-US"/>
            <a:t>Feature Inspection</a:t>
          </a:r>
        </a:p>
      </dgm:t>
    </dgm:pt>
    <dgm:pt modelId="{EDD30B1A-C5D1-45DC-B410-94F352898B5B}" type="parTrans" cxnId="{A154D30A-0FB9-45A3-AC52-95F7CD96C761}">
      <dgm:prSet/>
      <dgm:spPr/>
      <dgm:t>
        <a:bodyPr/>
        <a:lstStyle/>
        <a:p>
          <a:endParaRPr lang="en-US"/>
        </a:p>
      </dgm:t>
    </dgm:pt>
    <dgm:pt modelId="{8318119D-A93A-4A0B-BFEB-E83AF465B60C}" type="sibTrans" cxnId="{A154D30A-0FB9-45A3-AC52-95F7CD96C761}">
      <dgm:prSet/>
      <dgm:spPr/>
      <dgm:t>
        <a:bodyPr/>
        <a:lstStyle/>
        <a:p>
          <a:endParaRPr lang="en-US"/>
        </a:p>
      </dgm:t>
    </dgm:pt>
    <dgm:pt modelId="{DAE45D2E-9B73-4547-B6F5-B9777027185B}">
      <dgm:prSet/>
      <dgm:spPr/>
      <dgm:t>
        <a:bodyPr/>
        <a:lstStyle/>
        <a:p>
          <a:r>
            <a:rPr lang="en-US"/>
            <a:t>Conclusion</a:t>
          </a:r>
        </a:p>
      </dgm:t>
    </dgm:pt>
    <dgm:pt modelId="{D2BAD906-7272-49BE-99E3-C81B969F784D}" type="parTrans" cxnId="{2F3E40ED-5986-4BB5-8C4E-F10E3B5E8327}">
      <dgm:prSet/>
      <dgm:spPr/>
      <dgm:t>
        <a:bodyPr/>
        <a:lstStyle/>
        <a:p>
          <a:endParaRPr lang="en-US"/>
        </a:p>
      </dgm:t>
    </dgm:pt>
    <dgm:pt modelId="{809B0C12-3727-41FC-9B36-0FF2BAB9FF76}" type="sibTrans" cxnId="{2F3E40ED-5986-4BB5-8C4E-F10E3B5E8327}">
      <dgm:prSet/>
      <dgm:spPr/>
      <dgm:t>
        <a:bodyPr/>
        <a:lstStyle/>
        <a:p>
          <a:endParaRPr lang="en-US"/>
        </a:p>
      </dgm:t>
    </dgm:pt>
    <dgm:pt modelId="{211937FE-840F-4965-AB48-F356444F308C}" type="pres">
      <dgm:prSet presAssocID="{14342151-4767-4793-A7E6-E8D2238C8E69}" presName="root" presStyleCnt="0">
        <dgm:presLayoutVars>
          <dgm:dir/>
          <dgm:resizeHandles val="exact"/>
        </dgm:presLayoutVars>
      </dgm:prSet>
      <dgm:spPr/>
    </dgm:pt>
    <dgm:pt modelId="{56C2C61E-F3BE-4DD6-AD36-59967E79F648}" type="pres">
      <dgm:prSet presAssocID="{B37F8353-CFAD-4113-8ED6-3B371CACEB6E}" presName="compNode" presStyleCnt="0"/>
      <dgm:spPr/>
    </dgm:pt>
    <dgm:pt modelId="{1893FBFF-12B9-4E46-A53A-243ADC5AB806}" type="pres">
      <dgm:prSet presAssocID="{B37F8353-CFAD-4113-8ED6-3B371CACEB6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ducation"/>
        </a:ext>
      </dgm:extLst>
    </dgm:pt>
    <dgm:pt modelId="{C737A479-5837-40D5-B085-DEDDDC542CD1}" type="pres">
      <dgm:prSet presAssocID="{B37F8353-CFAD-4113-8ED6-3B371CACEB6E}" presName="spaceRect" presStyleCnt="0"/>
      <dgm:spPr/>
    </dgm:pt>
    <dgm:pt modelId="{E24A4D03-1693-4EFF-A0B3-93D2806DCA78}" type="pres">
      <dgm:prSet presAssocID="{B37F8353-CFAD-4113-8ED6-3B371CACEB6E}" presName="textRect" presStyleLbl="revTx" presStyleIdx="0" presStyleCnt="5">
        <dgm:presLayoutVars>
          <dgm:chMax val="1"/>
          <dgm:chPref val="1"/>
        </dgm:presLayoutVars>
      </dgm:prSet>
      <dgm:spPr/>
    </dgm:pt>
    <dgm:pt modelId="{056DE674-1827-4D08-A2EB-19F48BE0B422}" type="pres">
      <dgm:prSet presAssocID="{8BD6FDCD-18A9-4422-AFEA-9358C103350D}" presName="sibTrans" presStyleCnt="0"/>
      <dgm:spPr/>
    </dgm:pt>
    <dgm:pt modelId="{500141E6-11AF-46FE-8375-0D5DAA08086F}" type="pres">
      <dgm:prSet presAssocID="{FAFEEFB1-BBA9-4D87-82CA-748BCFBDDDAA}" presName="compNode" presStyleCnt="0"/>
      <dgm:spPr/>
    </dgm:pt>
    <dgm:pt modelId="{422163B2-6671-4620-A8F5-4D642E3C253B}" type="pres">
      <dgm:prSet presAssocID="{FAFEEFB1-BBA9-4D87-82CA-748BCFBDDDA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
        </a:ext>
      </dgm:extLst>
    </dgm:pt>
    <dgm:pt modelId="{844BF581-3A24-4029-898C-D1A5283B495F}" type="pres">
      <dgm:prSet presAssocID="{FAFEEFB1-BBA9-4D87-82CA-748BCFBDDDAA}" presName="spaceRect" presStyleCnt="0"/>
      <dgm:spPr/>
    </dgm:pt>
    <dgm:pt modelId="{0FFF9033-FD02-49E7-BBCF-25B058B9A09D}" type="pres">
      <dgm:prSet presAssocID="{FAFEEFB1-BBA9-4D87-82CA-748BCFBDDDAA}" presName="textRect" presStyleLbl="revTx" presStyleIdx="1" presStyleCnt="5">
        <dgm:presLayoutVars>
          <dgm:chMax val="1"/>
          <dgm:chPref val="1"/>
        </dgm:presLayoutVars>
      </dgm:prSet>
      <dgm:spPr/>
    </dgm:pt>
    <dgm:pt modelId="{BA3D1149-EB46-4A6E-ABCA-9405063F0227}" type="pres">
      <dgm:prSet presAssocID="{25193485-89DE-4476-AB43-43731ADDB101}" presName="sibTrans" presStyleCnt="0"/>
      <dgm:spPr/>
    </dgm:pt>
    <dgm:pt modelId="{DCB475B3-3DA8-4FE4-95E7-0ED71B379340}" type="pres">
      <dgm:prSet presAssocID="{0B345F27-1948-4411-8A4C-39A8737B04E6}" presName="compNode" presStyleCnt="0"/>
      <dgm:spPr/>
    </dgm:pt>
    <dgm:pt modelId="{11C5C406-4AC3-4F9F-9E64-64172A2041EF}" type="pres">
      <dgm:prSet presAssocID="{0B345F27-1948-4411-8A4C-39A8737B04E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nt"/>
        </a:ext>
      </dgm:extLst>
    </dgm:pt>
    <dgm:pt modelId="{E27D7FBB-14CF-43D5-B2B8-938360E7C172}" type="pres">
      <dgm:prSet presAssocID="{0B345F27-1948-4411-8A4C-39A8737B04E6}" presName="spaceRect" presStyleCnt="0"/>
      <dgm:spPr/>
    </dgm:pt>
    <dgm:pt modelId="{08F36DDA-C933-49B3-8429-21F8BA34613C}" type="pres">
      <dgm:prSet presAssocID="{0B345F27-1948-4411-8A4C-39A8737B04E6}" presName="textRect" presStyleLbl="revTx" presStyleIdx="2" presStyleCnt="5">
        <dgm:presLayoutVars>
          <dgm:chMax val="1"/>
          <dgm:chPref val="1"/>
        </dgm:presLayoutVars>
      </dgm:prSet>
      <dgm:spPr/>
    </dgm:pt>
    <dgm:pt modelId="{E6D77F38-3996-4316-AD32-FA61ABA29C2C}" type="pres">
      <dgm:prSet presAssocID="{42278AB7-34AF-468C-8E37-5577F2D7ED42}" presName="sibTrans" presStyleCnt="0"/>
      <dgm:spPr/>
    </dgm:pt>
    <dgm:pt modelId="{9BAD3486-F727-4489-A338-184DB16DE632}" type="pres">
      <dgm:prSet presAssocID="{50D14E28-A733-4A02-AF46-5DCE85D8AD1E}" presName="compNode" presStyleCnt="0"/>
      <dgm:spPr/>
    </dgm:pt>
    <dgm:pt modelId="{ABAC30A6-1078-4A62-8ED9-44404F962D73}" type="pres">
      <dgm:prSet presAssocID="{50D14E28-A733-4A02-AF46-5DCE85D8AD1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air"/>
        </a:ext>
      </dgm:extLst>
    </dgm:pt>
    <dgm:pt modelId="{8207C2FB-546A-4B50-B162-D8DCCF6A04C9}" type="pres">
      <dgm:prSet presAssocID="{50D14E28-A733-4A02-AF46-5DCE85D8AD1E}" presName="spaceRect" presStyleCnt="0"/>
      <dgm:spPr/>
    </dgm:pt>
    <dgm:pt modelId="{76E6F590-B666-49D6-9C49-394C6191EEB5}" type="pres">
      <dgm:prSet presAssocID="{50D14E28-A733-4A02-AF46-5DCE85D8AD1E}" presName="textRect" presStyleLbl="revTx" presStyleIdx="3" presStyleCnt="5">
        <dgm:presLayoutVars>
          <dgm:chMax val="1"/>
          <dgm:chPref val="1"/>
        </dgm:presLayoutVars>
      </dgm:prSet>
      <dgm:spPr/>
    </dgm:pt>
    <dgm:pt modelId="{5AB34354-4546-417B-B5E1-0A1F07F32633}" type="pres">
      <dgm:prSet presAssocID="{8318119D-A93A-4A0B-BFEB-E83AF465B60C}" presName="sibTrans" presStyleCnt="0"/>
      <dgm:spPr/>
    </dgm:pt>
    <dgm:pt modelId="{F53DCC15-CC3B-434B-A1A5-B8A3DDE0AAD4}" type="pres">
      <dgm:prSet presAssocID="{DAE45D2E-9B73-4547-B6F5-B9777027185B}" presName="compNode" presStyleCnt="0"/>
      <dgm:spPr/>
    </dgm:pt>
    <dgm:pt modelId="{D1F139CA-335E-470D-8B87-468FF069C798}" type="pres">
      <dgm:prSet presAssocID="{DAE45D2E-9B73-4547-B6F5-B9777027185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
        </a:ext>
      </dgm:extLst>
    </dgm:pt>
    <dgm:pt modelId="{8B128EED-36C7-415C-9DEB-40635521E16F}" type="pres">
      <dgm:prSet presAssocID="{DAE45D2E-9B73-4547-B6F5-B9777027185B}" presName="spaceRect" presStyleCnt="0"/>
      <dgm:spPr/>
    </dgm:pt>
    <dgm:pt modelId="{74C8D1E4-B3F5-403E-BDEE-81989E45059F}" type="pres">
      <dgm:prSet presAssocID="{DAE45D2E-9B73-4547-B6F5-B9777027185B}" presName="textRect" presStyleLbl="revTx" presStyleIdx="4" presStyleCnt="5">
        <dgm:presLayoutVars>
          <dgm:chMax val="1"/>
          <dgm:chPref val="1"/>
        </dgm:presLayoutVars>
      </dgm:prSet>
      <dgm:spPr/>
    </dgm:pt>
  </dgm:ptLst>
  <dgm:cxnLst>
    <dgm:cxn modelId="{A154D30A-0FB9-45A3-AC52-95F7CD96C761}" srcId="{14342151-4767-4793-A7E6-E8D2238C8E69}" destId="{50D14E28-A733-4A02-AF46-5DCE85D8AD1E}" srcOrd="3" destOrd="0" parTransId="{EDD30B1A-C5D1-45DC-B410-94F352898B5B}" sibTransId="{8318119D-A93A-4A0B-BFEB-E83AF465B60C}"/>
    <dgm:cxn modelId="{F3380D84-CC9C-4BA6-845D-056CC719D8DC}" srcId="{14342151-4767-4793-A7E6-E8D2238C8E69}" destId="{B37F8353-CFAD-4113-8ED6-3B371CACEB6E}" srcOrd="0" destOrd="0" parTransId="{644D5F91-5047-400A-BE63-1C1DF76D5F5A}" sibTransId="{8BD6FDCD-18A9-4422-AFEA-9358C103350D}"/>
    <dgm:cxn modelId="{ED6E2092-0C06-4A70-816D-73FB9290C403}" type="presOf" srcId="{DAE45D2E-9B73-4547-B6F5-B9777027185B}" destId="{74C8D1E4-B3F5-403E-BDEE-81989E45059F}" srcOrd="0" destOrd="0" presId="urn:microsoft.com/office/officeart/2018/2/layout/IconLabelList"/>
    <dgm:cxn modelId="{7BA8639A-FFBC-4D13-A63E-218133466310}" type="presOf" srcId="{14342151-4767-4793-A7E6-E8D2238C8E69}" destId="{211937FE-840F-4965-AB48-F356444F308C}" srcOrd="0" destOrd="0" presId="urn:microsoft.com/office/officeart/2018/2/layout/IconLabelList"/>
    <dgm:cxn modelId="{0ED727A4-1CA0-4D9A-85FA-74166F246B59}" srcId="{14342151-4767-4793-A7E6-E8D2238C8E69}" destId="{0B345F27-1948-4411-8A4C-39A8737B04E6}" srcOrd="2" destOrd="0" parTransId="{CCB42A10-49E8-4396-9D0D-3F7CC413331B}" sibTransId="{42278AB7-34AF-468C-8E37-5577F2D7ED42}"/>
    <dgm:cxn modelId="{515976A9-5520-461D-8F6B-569D6A63CC8D}" type="presOf" srcId="{B37F8353-CFAD-4113-8ED6-3B371CACEB6E}" destId="{E24A4D03-1693-4EFF-A0B3-93D2806DCA78}" srcOrd="0" destOrd="0" presId="urn:microsoft.com/office/officeart/2018/2/layout/IconLabelList"/>
    <dgm:cxn modelId="{4377F9CB-A1DB-44F8-AB73-454AB7F3587D}" type="presOf" srcId="{50D14E28-A733-4A02-AF46-5DCE85D8AD1E}" destId="{76E6F590-B666-49D6-9C49-394C6191EEB5}" srcOrd="0" destOrd="0" presId="urn:microsoft.com/office/officeart/2018/2/layout/IconLabelList"/>
    <dgm:cxn modelId="{6EA7F5DF-55F7-4CB0-B424-80E7D2D94691}" type="presOf" srcId="{FAFEEFB1-BBA9-4D87-82CA-748BCFBDDDAA}" destId="{0FFF9033-FD02-49E7-BBCF-25B058B9A09D}" srcOrd="0" destOrd="0" presId="urn:microsoft.com/office/officeart/2018/2/layout/IconLabelList"/>
    <dgm:cxn modelId="{75BA94E1-5F15-4072-B10F-A1E9E73E96E2}" type="presOf" srcId="{0B345F27-1948-4411-8A4C-39A8737B04E6}" destId="{08F36DDA-C933-49B3-8429-21F8BA34613C}" srcOrd="0" destOrd="0" presId="urn:microsoft.com/office/officeart/2018/2/layout/IconLabelList"/>
    <dgm:cxn modelId="{2F3E40ED-5986-4BB5-8C4E-F10E3B5E8327}" srcId="{14342151-4767-4793-A7E6-E8D2238C8E69}" destId="{DAE45D2E-9B73-4547-B6F5-B9777027185B}" srcOrd="4" destOrd="0" parTransId="{D2BAD906-7272-49BE-99E3-C81B969F784D}" sibTransId="{809B0C12-3727-41FC-9B36-0FF2BAB9FF76}"/>
    <dgm:cxn modelId="{E1652DF6-DBFA-4147-A109-088873AD640C}" srcId="{14342151-4767-4793-A7E6-E8D2238C8E69}" destId="{FAFEEFB1-BBA9-4D87-82CA-748BCFBDDDAA}" srcOrd="1" destOrd="0" parTransId="{24D77AC6-5EB7-41E0-892A-32526BD402B6}" sibTransId="{25193485-89DE-4476-AB43-43731ADDB101}"/>
    <dgm:cxn modelId="{520C76DE-2863-4C4D-8CD3-CE3DA7600F4F}" type="presParOf" srcId="{211937FE-840F-4965-AB48-F356444F308C}" destId="{56C2C61E-F3BE-4DD6-AD36-59967E79F648}" srcOrd="0" destOrd="0" presId="urn:microsoft.com/office/officeart/2018/2/layout/IconLabelList"/>
    <dgm:cxn modelId="{4A1A1D69-DEE6-463A-BCFA-6455D7A4A5E8}" type="presParOf" srcId="{56C2C61E-F3BE-4DD6-AD36-59967E79F648}" destId="{1893FBFF-12B9-4E46-A53A-243ADC5AB806}" srcOrd="0" destOrd="0" presId="urn:microsoft.com/office/officeart/2018/2/layout/IconLabelList"/>
    <dgm:cxn modelId="{9AC60413-00CC-4842-892B-49F30CB92B85}" type="presParOf" srcId="{56C2C61E-F3BE-4DD6-AD36-59967E79F648}" destId="{C737A479-5837-40D5-B085-DEDDDC542CD1}" srcOrd="1" destOrd="0" presId="urn:microsoft.com/office/officeart/2018/2/layout/IconLabelList"/>
    <dgm:cxn modelId="{5D39617D-AA22-44CE-9C74-F210610F7BFC}" type="presParOf" srcId="{56C2C61E-F3BE-4DD6-AD36-59967E79F648}" destId="{E24A4D03-1693-4EFF-A0B3-93D2806DCA78}" srcOrd="2" destOrd="0" presId="urn:microsoft.com/office/officeart/2018/2/layout/IconLabelList"/>
    <dgm:cxn modelId="{8A646A17-1437-436B-87C0-777670774E05}" type="presParOf" srcId="{211937FE-840F-4965-AB48-F356444F308C}" destId="{056DE674-1827-4D08-A2EB-19F48BE0B422}" srcOrd="1" destOrd="0" presId="urn:microsoft.com/office/officeart/2018/2/layout/IconLabelList"/>
    <dgm:cxn modelId="{FA6542BA-F2E4-472F-B682-78CFEF11FEEA}" type="presParOf" srcId="{211937FE-840F-4965-AB48-F356444F308C}" destId="{500141E6-11AF-46FE-8375-0D5DAA08086F}" srcOrd="2" destOrd="0" presId="urn:microsoft.com/office/officeart/2018/2/layout/IconLabelList"/>
    <dgm:cxn modelId="{48146389-5512-4C30-BA93-0753762A29A7}" type="presParOf" srcId="{500141E6-11AF-46FE-8375-0D5DAA08086F}" destId="{422163B2-6671-4620-A8F5-4D642E3C253B}" srcOrd="0" destOrd="0" presId="urn:microsoft.com/office/officeart/2018/2/layout/IconLabelList"/>
    <dgm:cxn modelId="{B585B4DF-5F84-4C87-ACC9-0958568D7CC4}" type="presParOf" srcId="{500141E6-11AF-46FE-8375-0D5DAA08086F}" destId="{844BF581-3A24-4029-898C-D1A5283B495F}" srcOrd="1" destOrd="0" presId="urn:microsoft.com/office/officeart/2018/2/layout/IconLabelList"/>
    <dgm:cxn modelId="{E560EF0A-F83C-4D91-9C72-B2F157D802E0}" type="presParOf" srcId="{500141E6-11AF-46FE-8375-0D5DAA08086F}" destId="{0FFF9033-FD02-49E7-BBCF-25B058B9A09D}" srcOrd="2" destOrd="0" presId="urn:microsoft.com/office/officeart/2018/2/layout/IconLabelList"/>
    <dgm:cxn modelId="{4E66C557-85B1-4F95-9D02-5FD9AA62C63C}" type="presParOf" srcId="{211937FE-840F-4965-AB48-F356444F308C}" destId="{BA3D1149-EB46-4A6E-ABCA-9405063F0227}" srcOrd="3" destOrd="0" presId="urn:microsoft.com/office/officeart/2018/2/layout/IconLabelList"/>
    <dgm:cxn modelId="{B67CCA0F-7C90-43C3-B650-2AB1EE929550}" type="presParOf" srcId="{211937FE-840F-4965-AB48-F356444F308C}" destId="{DCB475B3-3DA8-4FE4-95E7-0ED71B379340}" srcOrd="4" destOrd="0" presId="urn:microsoft.com/office/officeart/2018/2/layout/IconLabelList"/>
    <dgm:cxn modelId="{18A2E480-E3FC-4430-9B05-D942D7B61E41}" type="presParOf" srcId="{DCB475B3-3DA8-4FE4-95E7-0ED71B379340}" destId="{11C5C406-4AC3-4F9F-9E64-64172A2041EF}" srcOrd="0" destOrd="0" presId="urn:microsoft.com/office/officeart/2018/2/layout/IconLabelList"/>
    <dgm:cxn modelId="{3B935424-4BFE-4AD2-9995-5459DC00C171}" type="presParOf" srcId="{DCB475B3-3DA8-4FE4-95E7-0ED71B379340}" destId="{E27D7FBB-14CF-43D5-B2B8-938360E7C172}" srcOrd="1" destOrd="0" presId="urn:microsoft.com/office/officeart/2018/2/layout/IconLabelList"/>
    <dgm:cxn modelId="{DCF6F1E9-8931-41DE-9E8C-25EDE10C5B90}" type="presParOf" srcId="{DCB475B3-3DA8-4FE4-95E7-0ED71B379340}" destId="{08F36DDA-C933-49B3-8429-21F8BA34613C}" srcOrd="2" destOrd="0" presId="urn:microsoft.com/office/officeart/2018/2/layout/IconLabelList"/>
    <dgm:cxn modelId="{596D0790-6A03-4D96-8093-62C485035E6F}" type="presParOf" srcId="{211937FE-840F-4965-AB48-F356444F308C}" destId="{E6D77F38-3996-4316-AD32-FA61ABA29C2C}" srcOrd="5" destOrd="0" presId="urn:microsoft.com/office/officeart/2018/2/layout/IconLabelList"/>
    <dgm:cxn modelId="{1181951F-E9D0-4B43-8DC0-06D551A911FB}" type="presParOf" srcId="{211937FE-840F-4965-AB48-F356444F308C}" destId="{9BAD3486-F727-4489-A338-184DB16DE632}" srcOrd="6" destOrd="0" presId="urn:microsoft.com/office/officeart/2018/2/layout/IconLabelList"/>
    <dgm:cxn modelId="{B3C1EF56-B4A0-4731-AE88-51133247F6E4}" type="presParOf" srcId="{9BAD3486-F727-4489-A338-184DB16DE632}" destId="{ABAC30A6-1078-4A62-8ED9-44404F962D73}" srcOrd="0" destOrd="0" presId="urn:microsoft.com/office/officeart/2018/2/layout/IconLabelList"/>
    <dgm:cxn modelId="{60DA4E5C-74A9-4A10-A1F5-9D1020D43130}" type="presParOf" srcId="{9BAD3486-F727-4489-A338-184DB16DE632}" destId="{8207C2FB-546A-4B50-B162-D8DCCF6A04C9}" srcOrd="1" destOrd="0" presId="urn:microsoft.com/office/officeart/2018/2/layout/IconLabelList"/>
    <dgm:cxn modelId="{2B19513C-3DCD-4972-A80B-75896FA8AFA3}" type="presParOf" srcId="{9BAD3486-F727-4489-A338-184DB16DE632}" destId="{76E6F590-B666-49D6-9C49-394C6191EEB5}" srcOrd="2" destOrd="0" presId="urn:microsoft.com/office/officeart/2018/2/layout/IconLabelList"/>
    <dgm:cxn modelId="{47E44D34-DABF-4590-9D30-59B609A79CED}" type="presParOf" srcId="{211937FE-840F-4965-AB48-F356444F308C}" destId="{5AB34354-4546-417B-B5E1-0A1F07F32633}" srcOrd="7" destOrd="0" presId="urn:microsoft.com/office/officeart/2018/2/layout/IconLabelList"/>
    <dgm:cxn modelId="{FFCB3776-F8EB-476D-8049-D7B0A0A2502D}" type="presParOf" srcId="{211937FE-840F-4965-AB48-F356444F308C}" destId="{F53DCC15-CC3B-434B-A1A5-B8A3DDE0AAD4}" srcOrd="8" destOrd="0" presId="urn:microsoft.com/office/officeart/2018/2/layout/IconLabelList"/>
    <dgm:cxn modelId="{0CFE8630-3356-4B27-A554-85A940AB68A6}" type="presParOf" srcId="{F53DCC15-CC3B-434B-A1A5-B8A3DDE0AAD4}" destId="{D1F139CA-335E-470D-8B87-468FF069C798}" srcOrd="0" destOrd="0" presId="urn:microsoft.com/office/officeart/2018/2/layout/IconLabelList"/>
    <dgm:cxn modelId="{CF49946B-8FC1-4D93-BD69-24A274A9E61D}" type="presParOf" srcId="{F53DCC15-CC3B-434B-A1A5-B8A3DDE0AAD4}" destId="{8B128EED-36C7-415C-9DEB-40635521E16F}" srcOrd="1" destOrd="0" presId="urn:microsoft.com/office/officeart/2018/2/layout/IconLabelList"/>
    <dgm:cxn modelId="{B351415C-C370-4A73-925B-5163FBB5F55E}" type="presParOf" srcId="{F53DCC15-CC3B-434B-A1A5-B8A3DDE0AAD4}" destId="{74C8D1E4-B3F5-403E-BDEE-81989E45059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4D2CF1-9100-4600-B274-01893282D04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2810F5E-D0DB-461B-8EA1-DC832397428D}">
      <dgm:prSet custT="1"/>
      <dgm:spPr/>
      <dgm:t>
        <a:bodyPr/>
        <a:lstStyle/>
        <a:p>
          <a:r>
            <a:rPr lang="en-US" sz="2400" dirty="0">
              <a:latin typeface="Times New Roman" panose="02020603050405020304" pitchFamily="18" charset="0"/>
              <a:cs typeface="Times New Roman" panose="02020603050405020304" pitchFamily="18" charset="0"/>
            </a:rPr>
            <a:t>Qualitative Analysis</a:t>
          </a:r>
        </a:p>
      </dgm:t>
    </dgm:pt>
    <dgm:pt modelId="{C5130D8C-109F-4FA9-80D4-3178CEEC760E}" type="parTrans" cxnId="{7C818118-50B5-4994-98C2-872183242093}">
      <dgm:prSet/>
      <dgm:spPr/>
      <dgm:t>
        <a:bodyPr/>
        <a:lstStyle/>
        <a:p>
          <a:endParaRPr lang="en-US"/>
        </a:p>
      </dgm:t>
    </dgm:pt>
    <dgm:pt modelId="{A7C0E0EA-4777-4F3B-BC89-2D5FA6EA8E55}" type="sibTrans" cxnId="{7C818118-50B5-4994-98C2-872183242093}">
      <dgm:prSet/>
      <dgm:spPr/>
      <dgm:t>
        <a:bodyPr/>
        <a:lstStyle/>
        <a:p>
          <a:endParaRPr lang="en-US"/>
        </a:p>
      </dgm:t>
    </dgm:pt>
    <dgm:pt modelId="{E41B289D-1D95-4F6B-90AD-708CB74EF365}">
      <dgm:prSet custT="1"/>
      <dgm:spPr/>
      <dgm:t>
        <a:bodyPr/>
        <a:lstStyle/>
        <a:p>
          <a:r>
            <a:rPr lang="en-US" sz="2400" dirty="0">
              <a:latin typeface="Times New Roman" panose="02020603050405020304" pitchFamily="18" charset="0"/>
              <a:cs typeface="Times New Roman" panose="02020603050405020304" pitchFamily="18" charset="0"/>
            </a:rPr>
            <a:t>Potential for advanced applications</a:t>
          </a:r>
        </a:p>
      </dgm:t>
    </dgm:pt>
    <dgm:pt modelId="{DAE56494-964A-43F4-8F07-9F5B37AF86F8}" type="parTrans" cxnId="{19036F4C-4E6E-444D-B9ED-98FF23E799A3}">
      <dgm:prSet/>
      <dgm:spPr/>
      <dgm:t>
        <a:bodyPr/>
        <a:lstStyle/>
        <a:p>
          <a:endParaRPr lang="en-US"/>
        </a:p>
      </dgm:t>
    </dgm:pt>
    <dgm:pt modelId="{0E0D815D-5D45-4AE7-9F22-33C77889016B}" type="sibTrans" cxnId="{19036F4C-4E6E-444D-B9ED-98FF23E799A3}">
      <dgm:prSet/>
      <dgm:spPr/>
      <dgm:t>
        <a:bodyPr/>
        <a:lstStyle/>
        <a:p>
          <a:endParaRPr lang="en-US"/>
        </a:p>
      </dgm:t>
    </dgm:pt>
    <dgm:pt modelId="{53BCBF6E-275D-4CED-89E1-2ABC8960FA17}">
      <dgm:prSet custT="1"/>
      <dgm:spPr/>
      <dgm:t>
        <a:bodyPr/>
        <a:lstStyle/>
        <a:p>
          <a:r>
            <a:rPr lang="en-US" sz="2400" dirty="0">
              <a:latin typeface="Times New Roman" panose="02020603050405020304" pitchFamily="18" charset="0"/>
              <a:cs typeface="Times New Roman" panose="02020603050405020304" pitchFamily="18" charset="0"/>
            </a:rPr>
            <a:t>Promising aspects in Machine Learning Domain</a:t>
          </a:r>
        </a:p>
      </dgm:t>
    </dgm:pt>
    <dgm:pt modelId="{B00EC83A-7854-4A24-B4FB-35548DB161DD}" type="parTrans" cxnId="{8705DF21-0788-48D1-81A4-1146770AE16B}">
      <dgm:prSet/>
      <dgm:spPr/>
      <dgm:t>
        <a:bodyPr/>
        <a:lstStyle/>
        <a:p>
          <a:endParaRPr lang="en-US"/>
        </a:p>
      </dgm:t>
    </dgm:pt>
    <dgm:pt modelId="{B495938C-91AA-417A-A79C-FB3376E1C1AB}" type="sibTrans" cxnId="{8705DF21-0788-48D1-81A4-1146770AE16B}">
      <dgm:prSet/>
      <dgm:spPr/>
      <dgm:t>
        <a:bodyPr/>
        <a:lstStyle/>
        <a:p>
          <a:endParaRPr lang="en-US"/>
        </a:p>
      </dgm:t>
    </dgm:pt>
    <dgm:pt modelId="{C13E7970-80C9-427B-B6F6-37FA12E16892}" type="pres">
      <dgm:prSet presAssocID="{C54D2CF1-9100-4600-B274-01893282D04D}" presName="linear" presStyleCnt="0">
        <dgm:presLayoutVars>
          <dgm:dir/>
          <dgm:animLvl val="lvl"/>
          <dgm:resizeHandles val="exact"/>
        </dgm:presLayoutVars>
      </dgm:prSet>
      <dgm:spPr/>
    </dgm:pt>
    <dgm:pt modelId="{D481CA90-843B-4F30-ACA7-B39AB7FD24B1}" type="pres">
      <dgm:prSet presAssocID="{F2810F5E-D0DB-461B-8EA1-DC832397428D}" presName="parentLin" presStyleCnt="0"/>
      <dgm:spPr/>
    </dgm:pt>
    <dgm:pt modelId="{8CD8B780-BBA3-4042-AC9A-5D35CB431ECB}" type="pres">
      <dgm:prSet presAssocID="{F2810F5E-D0DB-461B-8EA1-DC832397428D}" presName="parentLeftMargin" presStyleLbl="node1" presStyleIdx="0" presStyleCnt="3"/>
      <dgm:spPr/>
    </dgm:pt>
    <dgm:pt modelId="{AB3C98C2-3AE7-4F02-AE5D-8D5AEF625F30}" type="pres">
      <dgm:prSet presAssocID="{F2810F5E-D0DB-461B-8EA1-DC832397428D}" presName="parentText" presStyleLbl="node1" presStyleIdx="0" presStyleCnt="3">
        <dgm:presLayoutVars>
          <dgm:chMax val="0"/>
          <dgm:bulletEnabled val="1"/>
        </dgm:presLayoutVars>
      </dgm:prSet>
      <dgm:spPr/>
    </dgm:pt>
    <dgm:pt modelId="{43E32766-50A5-4690-9438-5B79FC441AB9}" type="pres">
      <dgm:prSet presAssocID="{F2810F5E-D0DB-461B-8EA1-DC832397428D}" presName="negativeSpace" presStyleCnt="0"/>
      <dgm:spPr/>
    </dgm:pt>
    <dgm:pt modelId="{4A9D7CD2-2EA1-4D8B-ADB0-16B47DFB6564}" type="pres">
      <dgm:prSet presAssocID="{F2810F5E-D0DB-461B-8EA1-DC832397428D}" presName="childText" presStyleLbl="conFgAcc1" presStyleIdx="0" presStyleCnt="3">
        <dgm:presLayoutVars>
          <dgm:bulletEnabled val="1"/>
        </dgm:presLayoutVars>
      </dgm:prSet>
      <dgm:spPr/>
    </dgm:pt>
    <dgm:pt modelId="{6CC24FB6-4CE1-417B-B78A-0D8C768CD2B9}" type="pres">
      <dgm:prSet presAssocID="{A7C0E0EA-4777-4F3B-BC89-2D5FA6EA8E55}" presName="spaceBetweenRectangles" presStyleCnt="0"/>
      <dgm:spPr/>
    </dgm:pt>
    <dgm:pt modelId="{5F44624D-EA62-4442-BA4A-FC64A86B707A}" type="pres">
      <dgm:prSet presAssocID="{E41B289D-1D95-4F6B-90AD-708CB74EF365}" presName="parentLin" presStyleCnt="0"/>
      <dgm:spPr/>
    </dgm:pt>
    <dgm:pt modelId="{66908BCD-9A81-481B-930E-2F0E5948A869}" type="pres">
      <dgm:prSet presAssocID="{E41B289D-1D95-4F6B-90AD-708CB74EF365}" presName="parentLeftMargin" presStyleLbl="node1" presStyleIdx="0" presStyleCnt="3"/>
      <dgm:spPr/>
    </dgm:pt>
    <dgm:pt modelId="{3DBDEEF7-3B9B-4734-A1F2-648189270C67}" type="pres">
      <dgm:prSet presAssocID="{E41B289D-1D95-4F6B-90AD-708CB74EF365}" presName="parentText" presStyleLbl="node1" presStyleIdx="1" presStyleCnt="3">
        <dgm:presLayoutVars>
          <dgm:chMax val="0"/>
          <dgm:bulletEnabled val="1"/>
        </dgm:presLayoutVars>
      </dgm:prSet>
      <dgm:spPr/>
    </dgm:pt>
    <dgm:pt modelId="{1BF36214-90E1-421E-B9D8-0B99D5AE63CD}" type="pres">
      <dgm:prSet presAssocID="{E41B289D-1D95-4F6B-90AD-708CB74EF365}" presName="negativeSpace" presStyleCnt="0"/>
      <dgm:spPr/>
    </dgm:pt>
    <dgm:pt modelId="{70BA54C9-1CB5-4B28-9AE6-EBE650A2444A}" type="pres">
      <dgm:prSet presAssocID="{E41B289D-1D95-4F6B-90AD-708CB74EF365}" presName="childText" presStyleLbl="conFgAcc1" presStyleIdx="1" presStyleCnt="3">
        <dgm:presLayoutVars>
          <dgm:bulletEnabled val="1"/>
        </dgm:presLayoutVars>
      </dgm:prSet>
      <dgm:spPr/>
    </dgm:pt>
    <dgm:pt modelId="{A9C22441-BD4F-4164-BC86-8F6741FBB76B}" type="pres">
      <dgm:prSet presAssocID="{0E0D815D-5D45-4AE7-9F22-33C77889016B}" presName="spaceBetweenRectangles" presStyleCnt="0"/>
      <dgm:spPr/>
    </dgm:pt>
    <dgm:pt modelId="{2499F0EF-F31F-4E5D-B6D9-7C0116384E68}" type="pres">
      <dgm:prSet presAssocID="{53BCBF6E-275D-4CED-89E1-2ABC8960FA17}" presName="parentLin" presStyleCnt="0"/>
      <dgm:spPr/>
    </dgm:pt>
    <dgm:pt modelId="{CB4A8F06-409F-451A-8F04-C2CEF5A0CCF5}" type="pres">
      <dgm:prSet presAssocID="{53BCBF6E-275D-4CED-89E1-2ABC8960FA17}" presName="parentLeftMargin" presStyleLbl="node1" presStyleIdx="1" presStyleCnt="3"/>
      <dgm:spPr/>
    </dgm:pt>
    <dgm:pt modelId="{85EE3DF1-087E-495A-8E3A-09F3BA2AC666}" type="pres">
      <dgm:prSet presAssocID="{53BCBF6E-275D-4CED-89E1-2ABC8960FA17}" presName="parentText" presStyleLbl="node1" presStyleIdx="2" presStyleCnt="3">
        <dgm:presLayoutVars>
          <dgm:chMax val="0"/>
          <dgm:bulletEnabled val="1"/>
        </dgm:presLayoutVars>
      </dgm:prSet>
      <dgm:spPr/>
    </dgm:pt>
    <dgm:pt modelId="{0CE1BA08-2EA4-4B98-A216-F5E97DBE3C52}" type="pres">
      <dgm:prSet presAssocID="{53BCBF6E-275D-4CED-89E1-2ABC8960FA17}" presName="negativeSpace" presStyleCnt="0"/>
      <dgm:spPr/>
    </dgm:pt>
    <dgm:pt modelId="{687B0741-448A-4363-A27B-E49A98537EF0}" type="pres">
      <dgm:prSet presAssocID="{53BCBF6E-275D-4CED-89E1-2ABC8960FA17}" presName="childText" presStyleLbl="conFgAcc1" presStyleIdx="2" presStyleCnt="3">
        <dgm:presLayoutVars>
          <dgm:bulletEnabled val="1"/>
        </dgm:presLayoutVars>
      </dgm:prSet>
      <dgm:spPr/>
    </dgm:pt>
  </dgm:ptLst>
  <dgm:cxnLst>
    <dgm:cxn modelId="{B17DAE03-2FBB-40E2-AC24-E71B83DB0725}" type="presOf" srcId="{F2810F5E-D0DB-461B-8EA1-DC832397428D}" destId="{AB3C98C2-3AE7-4F02-AE5D-8D5AEF625F30}" srcOrd="1" destOrd="0" presId="urn:microsoft.com/office/officeart/2005/8/layout/list1"/>
    <dgm:cxn modelId="{42D5E10A-F761-42CF-83EE-E46EDD80A4EE}" type="presOf" srcId="{53BCBF6E-275D-4CED-89E1-2ABC8960FA17}" destId="{85EE3DF1-087E-495A-8E3A-09F3BA2AC666}" srcOrd="1" destOrd="0" presId="urn:microsoft.com/office/officeart/2005/8/layout/list1"/>
    <dgm:cxn modelId="{7C818118-50B5-4994-98C2-872183242093}" srcId="{C54D2CF1-9100-4600-B274-01893282D04D}" destId="{F2810F5E-D0DB-461B-8EA1-DC832397428D}" srcOrd="0" destOrd="0" parTransId="{C5130D8C-109F-4FA9-80D4-3178CEEC760E}" sibTransId="{A7C0E0EA-4777-4F3B-BC89-2D5FA6EA8E55}"/>
    <dgm:cxn modelId="{8705DF21-0788-48D1-81A4-1146770AE16B}" srcId="{C54D2CF1-9100-4600-B274-01893282D04D}" destId="{53BCBF6E-275D-4CED-89E1-2ABC8960FA17}" srcOrd="2" destOrd="0" parTransId="{B00EC83A-7854-4A24-B4FB-35548DB161DD}" sibTransId="{B495938C-91AA-417A-A79C-FB3376E1C1AB}"/>
    <dgm:cxn modelId="{BB91AB43-B266-4C37-B898-9BF8B3DB966B}" type="presOf" srcId="{C54D2CF1-9100-4600-B274-01893282D04D}" destId="{C13E7970-80C9-427B-B6F6-37FA12E16892}" srcOrd="0" destOrd="0" presId="urn:microsoft.com/office/officeart/2005/8/layout/list1"/>
    <dgm:cxn modelId="{19036F4C-4E6E-444D-B9ED-98FF23E799A3}" srcId="{C54D2CF1-9100-4600-B274-01893282D04D}" destId="{E41B289D-1D95-4F6B-90AD-708CB74EF365}" srcOrd="1" destOrd="0" parTransId="{DAE56494-964A-43F4-8F07-9F5B37AF86F8}" sibTransId="{0E0D815D-5D45-4AE7-9F22-33C77889016B}"/>
    <dgm:cxn modelId="{1DED6E58-CEAF-4ED2-BF71-956878ACC465}" type="presOf" srcId="{F2810F5E-D0DB-461B-8EA1-DC832397428D}" destId="{8CD8B780-BBA3-4042-AC9A-5D35CB431ECB}" srcOrd="0" destOrd="0" presId="urn:microsoft.com/office/officeart/2005/8/layout/list1"/>
    <dgm:cxn modelId="{6A50A3C6-5605-451B-BE73-D21E4C7C851A}" type="presOf" srcId="{E41B289D-1D95-4F6B-90AD-708CB74EF365}" destId="{3DBDEEF7-3B9B-4734-A1F2-648189270C67}" srcOrd="1" destOrd="0" presId="urn:microsoft.com/office/officeart/2005/8/layout/list1"/>
    <dgm:cxn modelId="{4C508DCD-A5FC-48DE-83C9-17D1D9D026FD}" type="presOf" srcId="{53BCBF6E-275D-4CED-89E1-2ABC8960FA17}" destId="{CB4A8F06-409F-451A-8F04-C2CEF5A0CCF5}" srcOrd="0" destOrd="0" presId="urn:microsoft.com/office/officeart/2005/8/layout/list1"/>
    <dgm:cxn modelId="{8FC5BCFA-4750-4816-ACB5-C208740762D9}" type="presOf" srcId="{E41B289D-1D95-4F6B-90AD-708CB74EF365}" destId="{66908BCD-9A81-481B-930E-2F0E5948A869}" srcOrd="0" destOrd="0" presId="urn:microsoft.com/office/officeart/2005/8/layout/list1"/>
    <dgm:cxn modelId="{1124095E-133E-4369-9C68-042E23E575F3}" type="presParOf" srcId="{C13E7970-80C9-427B-B6F6-37FA12E16892}" destId="{D481CA90-843B-4F30-ACA7-B39AB7FD24B1}" srcOrd="0" destOrd="0" presId="urn:microsoft.com/office/officeart/2005/8/layout/list1"/>
    <dgm:cxn modelId="{3C985125-5C3B-4D25-99F6-8AF081D74339}" type="presParOf" srcId="{D481CA90-843B-4F30-ACA7-B39AB7FD24B1}" destId="{8CD8B780-BBA3-4042-AC9A-5D35CB431ECB}" srcOrd="0" destOrd="0" presId="urn:microsoft.com/office/officeart/2005/8/layout/list1"/>
    <dgm:cxn modelId="{31DB711E-88DB-433C-8B59-EF38549C235A}" type="presParOf" srcId="{D481CA90-843B-4F30-ACA7-B39AB7FD24B1}" destId="{AB3C98C2-3AE7-4F02-AE5D-8D5AEF625F30}" srcOrd="1" destOrd="0" presId="urn:microsoft.com/office/officeart/2005/8/layout/list1"/>
    <dgm:cxn modelId="{3ED886C6-201F-4C96-BF37-C8B5D6394BF4}" type="presParOf" srcId="{C13E7970-80C9-427B-B6F6-37FA12E16892}" destId="{43E32766-50A5-4690-9438-5B79FC441AB9}" srcOrd="1" destOrd="0" presId="urn:microsoft.com/office/officeart/2005/8/layout/list1"/>
    <dgm:cxn modelId="{221DE6FE-7FD0-4441-932C-EFC03E92262A}" type="presParOf" srcId="{C13E7970-80C9-427B-B6F6-37FA12E16892}" destId="{4A9D7CD2-2EA1-4D8B-ADB0-16B47DFB6564}" srcOrd="2" destOrd="0" presId="urn:microsoft.com/office/officeart/2005/8/layout/list1"/>
    <dgm:cxn modelId="{806B24DB-3517-4650-ABCE-AD486B75AB26}" type="presParOf" srcId="{C13E7970-80C9-427B-B6F6-37FA12E16892}" destId="{6CC24FB6-4CE1-417B-B78A-0D8C768CD2B9}" srcOrd="3" destOrd="0" presId="urn:microsoft.com/office/officeart/2005/8/layout/list1"/>
    <dgm:cxn modelId="{F3EB20A5-EC45-4BE4-87BE-78724668BE98}" type="presParOf" srcId="{C13E7970-80C9-427B-B6F6-37FA12E16892}" destId="{5F44624D-EA62-4442-BA4A-FC64A86B707A}" srcOrd="4" destOrd="0" presId="urn:microsoft.com/office/officeart/2005/8/layout/list1"/>
    <dgm:cxn modelId="{224BF620-F696-410B-9816-A0850ECFE464}" type="presParOf" srcId="{5F44624D-EA62-4442-BA4A-FC64A86B707A}" destId="{66908BCD-9A81-481B-930E-2F0E5948A869}" srcOrd="0" destOrd="0" presId="urn:microsoft.com/office/officeart/2005/8/layout/list1"/>
    <dgm:cxn modelId="{59F76B1E-D2D2-42B9-948D-2C1DAE15C0E3}" type="presParOf" srcId="{5F44624D-EA62-4442-BA4A-FC64A86B707A}" destId="{3DBDEEF7-3B9B-4734-A1F2-648189270C67}" srcOrd="1" destOrd="0" presId="urn:microsoft.com/office/officeart/2005/8/layout/list1"/>
    <dgm:cxn modelId="{132AC89C-0DE4-485D-8677-1D871E421BB0}" type="presParOf" srcId="{C13E7970-80C9-427B-B6F6-37FA12E16892}" destId="{1BF36214-90E1-421E-B9D8-0B99D5AE63CD}" srcOrd="5" destOrd="0" presId="urn:microsoft.com/office/officeart/2005/8/layout/list1"/>
    <dgm:cxn modelId="{37E7440F-1922-4346-8C0A-C6CC96AA0983}" type="presParOf" srcId="{C13E7970-80C9-427B-B6F6-37FA12E16892}" destId="{70BA54C9-1CB5-4B28-9AE6-EBE650A2444A}" srcOrd="6" destOrd="0" presId="urn:microsoft.com/office/officeart/2005/8/layout/list1"/>
    <dgm:cxn modelId="{569596CF-F405-4F9F-945B-9A920B02FEA5}" type="presParOf" srcId="{C13E7970-80C9-427B-B6F6-37FA12E16892}" destId="{A9C22441-BD4F-4164-BC86-8F6741FBB76B}" srcOrd="7" destOrd="0" presId="urn:microsoft.com/office/officeart/2005/8/layout/list1"/>
    <dgm:cxn modelId="{D0A19306-63C8-45CA-95BD-E6DE8765C77C}" type="presParOf" srcId="{C13E7970-80C9-427B-B6F6-37FA12E16892}" destId="{2499F0EF-F31F-4E5D-B6D9-7C0116384E68}" srcOrd="8" destOrd="0" presId="urn:microsoft.com/office/officeart/2005/8/layout/list1"/>
    <dgm:cxn modelId="{71F9851A-3D6D-4F2C-99A2-2CA43AC59308}" type="presParOf" srcId="{2499F0EF-F31F-4E5D-B6D9-7C0116384E68}" destId="{CB4A8F06-409F-451A-8F04-C2CEF5A0CCF5}" srcOrd="0" destOrd="0" presId="urn:microsoft.com/office/officeart/2005/8/layout/list1"/>
    <dgm:cxn modelId="{6C662084-22D8-4CCC-8020-75E7EDF22150}" type="presParOf" srcId="{2499F0EF-F31F-4E5D-B6D9-7C0116384E68}" destId="{85EE3DF1-087E-495A-8E3A-09F3BA2AC666}" srcOrd="1" destOrd="0" presId="urn:microsoft.com/office/officeart/2005/8/layout/list1"/>
    <dgm:cxn modelId="{D1E0CC72-9D26-4662-A99F-4D1A9EE97CED}" type="presParOf" srcId="{C13E7970-80C9-427B-B6F6-37FA12E16892}" destId="{0CE1BA08-2EA4-4B98-A216-F5E97DBE3C52}" srcOrd="9" destOrd="0" presId="urn:microsoft.com/office/officeart/2005/8/layout/list1"/>
    <dgm:cxn modelId="{9C281E87-6BDA-4DDB-B7E5-EF3157185D07}" type="presParOf" srcId="{C13E7970-80C9-427B-B6F6-37FA12E16892}" destId="{687B0741-448A-4363-A27B-E49A98537EF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F9FF6A-C808-486B-AC5A-829FE5E19EF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03413FA-B8C0-4A36-9843-C406B314CEDE}">
      <dgm:prSet/>
      <dgm:spPr/>
      <dgm:t>
        <a:bodyPr/>
        <a:lstStyle/>
        <a:p>
          <a:r>
            <a:rPr lang="en-US" dirty="0">
              <a:latin typeface="Times New Roman" panose="02020603050405020304" pitchFamily="18" charset="0"/>
              <a:cs typeface="Times New Roman" panose="02020603050405020304" pitchFamily="18" charset="0"/>
            </a:rPr>
            <a:t>Large dimensional radiomic features extracted from small dual energy CT dataset leads to difficulty in data analysis and model overfitting</a:t>
          </a:r>
        </a:p>
      </dgm:t>
    </dgm:pt>
    <dgm:pt modelId="{0DD4824E-AEE8-4956-8454-3DC84361441E}" type="parTrans" cxnId="{D358CD02-0C30-49CC-99B3-32FCC19096B7}">
      <dgm:prSet/>
      <dgm:spPr/>
      <dgm:t>
        <a:bodyPr/>
        <a:lstStyle/>
        <a:p>
          <a:endParaRPr lang="en-US"/>
        </a:p>
      </dgm:t>
    </dgm:pt>
    <dgm:pt modelId="{28015AFC-AD6F-4137-B2C8-9F7AE356C2BB}" type="sibTrans" cxnId="{D358CD02-0C30-49CC-99B3-32FCC19096B7}">
      <dgm:prSet/>
      <dgm:spPr/>
      <dgm:t>
        <a:bodyPr/>
        <a:lstStyle/>
        <a:p>
          <a:endParaRPr lang="en-US"/>
        </a:p>
      </dgm:t>
    </dgm:pt>
    <dgm:pt modelId="{665DB57C-2CEF-48B6-816E-A46CCA40ACC2}">
      <dgm:prSet/>
      <dgm:spPr/>
      <dgm:t>
        <a:bodyPr/>
        <a:lstStyle/>
        <a:p>
          <a:r>
            <a:rPr lang="en-US" dirty="0">
              <a:latin typeface="Times New Roman" panose="02020603050405020304" pitchFamily="18" charset="0"/>
              <a:cs typeface="Times New Roman" panose="02020603050405020304" pitchFamily="18" charset="0"/>
            </a:rPr>
            <a:t>Not all the radiomic features bear the same importance during diagnosis</a:t>
          </a:r>
        </a:p>
      </dgm:t>
    </dgm:pt>
    <dgm:pt modelId="{0029C5D5-2D0D-4E87-8A4C-6C5130035ECC}" type="parTrans" cxnId="{66780539-FB60-4541-B6B7-8DB4972D5A49}">
      <dgm:prSet/>
      <dgm:spPr/>
      <dgm:t>
        <a:bodyPr/>
        <a:lstStyle/>
        <a:p>
          <a:endParaRPr lang="en-US"/>
        </a:p>
      </dgm:t>
    </dgm:pt>
    <dgm:pt modelId="{E9C6C182-B0B7-4185-9A68-8EFB34708403}" type="sibTrans" cxnId="{66780539-FB60-4541-B6B7-8DB4972D5A49}">
      <dgm:prSet/>
      <dgm:spPr/>
      <dgm:t>
        <a:bodyPr/>
        <a:lstStyle/>
        <a:p>
          <a:endParaRPr lang="en-US"/>
        </a:p>
      </dgm:t>
    </dgm:pt>
    <dgm:pt modelId="{0E54EE8F-8394-4CAF-806F-99AE473C2AA7}">
      <dgm:prSet/>
      <dgm:spPr/>
      <dgm:t>
        <a:bodyPr/>
        <a:lstStyle/>
        <a:p>
          <a:r>
            <a:rPr lang="en-US" dirty="0">
              <a:latin typeface="Times New Roman" panose="02020603050405020304" pitchFamily="18" charset="0"/>
              <a:cs typeface="Times New Roman" panose="02020603050405020304" pitchFamily="18" charset="0"/>
            </a:rPr>
            <a:t>Getting rid of irrelevant features and features of less importance leads to reduced dimensionality and complexity and less overfitting</a:t>
          </a:r>
        </a:p>
      </dgm:t>
    </dgm:pt>
    <dgm:pt modelId="{0608405E-25BD-4389-9EEB-8941D31BFC99}" type="parTrans" cxnId="{5A417B8B-0257-441E-BD67-151261E841E4}">
      <dgm:prSet/>
      <dgm:spPr/>
      <dgm:t>
        <a:bodyPr/>
        <a:lstStyle/>
        <a:p>
          <a:endParaRPr lang="en-US"/>
        </a:p>
      </dgm:t>
    </dgm:pt>
    <dgm:pt modelId="{FB724CFD-5AFA-48D1-BA0F-2EEB45B2CE71}" type="sibTrans" cxnId="{5A417B8B-0257-441E-BD67-151261E841E4}">
      <dgm:prSet/>
      <dgm:spPr/>
      <dgm:t>
        <a:bodyPr/>
        <a:lstStyle/>
        <a:p>
          <a:endParaRPr lang="en-US"/>
        </a:p>
      </dgm:t>
    </dgm:pt>
    <dgm:pt modelId="{D946B8F4-E641-4F56-A0EA-10EA44CD1AC2}" type="pres">
      <dgm:prSet presAssocID="{24F9FF6A-C808-486B-AC5A-829FE5E19EF3}" presName="hierChild1" presStyleCnt="0">
        <dgm:presLayoutVars>
          <dgm:chPref val="1"/>
          <dgm:dir/>
          <dgm:animOne val="branch"/>
          <dgm:animLvl val="lvl"/>
          <dgm:resizeHandles/>
        </dgm:presLayoutVars>
      </dgm:prSet>
      <dgm:spPr/>
    </dgm:pt>
    <dgm:pt modelId="{064B0C50-4D45-40E9-BADB-74CDAFCE4F6C}" type="pres">
      <dgm:prSet presAssocID="{803413FA-B8C0-4A36-9843-C406B314CEDE}" presName="hierRoot1" presStyleCnt="0"/>
      <dgm:spPr/>
    </dgm:pt>
    <dgm:pt modelId="{8C055A72-8FA0-47D3-91DB-9E6030F001BB}" type="pres">
      <dgm:prSet presAssocID="{803413FA-B8C0-4A36-9843-C406B314CEDE}" presName="composite" presStyleCnt="0"/>
      <dgm:spPr/>
    </dgm:pt>
    <dgm:pt modelId="{0C98CFFC-79E4-4472-A143-3B341C48C47A}" type="pres">
      <dgm:prSet presAssocID="{803413FA-B8C0-4A36-9843-C406B314CEDE}" presName="background" presStyleLbl="node0" presStyleIdx="0" presStyleCnt="3"/>
      <dgm:spPr/>
    </dgm:pt>
    <dgm:pt modelId="{DCF33C15-1FC0-406A-AF2C-F5F8A9629561}" type="pres">
      <dgm:prSet presAssocID="{803413FA-B8C0-4A36-9843-C406B314CEDE}" presName="text" presStyleLbl="fgAcc0" presStyleIdx="0" presStyleCnt="3">
        <dgm:presLayoutVars>
          <dgm:chPref val="3"/>
        </dgm:presLayoutVars>
      </dgm:prSet>
      <dgm:spPr/>
    </dgm:pt>
    <dgm:pt modelId="{71C9D720-17A9-49D7-9AC6-3F3B7CE66531}" type="pres">
      <dgm:prSet presAssocID="{803413FA-B8C0-4A36-9843-C406B314CEDE}" presName="hierChild2" presStyleCnt="0"/>
      <dgm:spPr/>
    </dgm:pt>
    <dgm:pt modelId="{10A99FB5-2DF6-444E-9CD4-2AD2C1F28D46}" type="pres">
      <dgm:prSet presAssocID="{665DB57C-2CEF-48B6-816E-A46CCA40ACC2}" presName="hierRoot1" presStyleCnt="0"/>
      <dgm:spPr/>
    </dgm:pt>
    <dgm:pt modelId="{7541B1EC-DA5F-4A90-A454-A87453A771C6}" type="pres">
      <dgm:prSet presAssocID="{665DB57C-2CEF-48B6-816E-A46CCA40ACC2}" presName="composite" presStyleCnt="0"/>
      <dgm:spPr/>
    </dgm:pt>
    <dgm:pt modelId="{0EE24501-7076-4B12-9197-43131D7A06B7}" type="pres">
      <dgm:prSet presAssocID="{665DB57C-2CEF-48B6-816E-A46CCA40ACC2}" presName="background" presStyleLbl="node0" presStyleIdx="1" presStyleCnt="3"/>
      <dgm:spPr/>
    </dgm:pt>
    <dgm:pt modelId="{A04D9366-2458-4C6D-9EB6-9F7FED44B02F}" type="pres">
      <dgm:prSet presAssocID="{665DB57C-2CEF-48B6-816E-A46CCA40ACC2}" presName="text" presStyleLbl="fgAcc0" presStyleIdx="1" presStyleCnt="3">
        <dgm:presLayoutVars>
          <dgm:chPref val="3"/>
        </dgm:presLayoutVars>
      </dgm:prSet>
      <dgm:spPr/>
    </dgm:pt>
    <dgm:pt modelId="{BAB223BE-C507-4B14-ADC9-46F322BECF2D}" type="pres">
      <dgm:prSet presAssocID="{665DB57C-2CEF-48B6-816E-A46CCA40ACC2}" presName="hierChild2" presStyleCnt="0"/>
      <dgm:spPr/>
    </dgm:pt>
    <dgm:pt modelId="{13ADCB76-C641-4B3D-AF03-BA053D91E770}" type="pres">
      <dgm:prSet presAssocID="{0E54EE8F-8394-4CAF-806F-99AE473C2AA7}" presName="hierRoot1" presStyleCnt="0"/>
      <dgm:spPr/>
    </dgm:pt>
    <dgm:pt modelId="{9AB16BC8-EF55-4776-A08F-E17CFDB3BDE8}" type="pres">
      <dgm:prSet presAssocID="{0E54EE8F-8394-4CAF-806F-99AE473C2AA7}" presName="composite" presStyleCnt="0"/>
      <dgm:spPr/>
    </dgm:pt>
    <dgm:pt modelId="{1316A3BE-802E-437D-9361-C0B329CA6C3E}" type="pres">
      <dgm:prSet presAssocID="{0E54EE8F-8394-4CAF-806F-99AE473C2AA7}" presName="background" presStyleLbl="node0" presStyleIdx="2" presStyleCnt="3"/>
      <dgm:spPr/>
    </dgm:pt>
    <dgm:pt modelId="{A4908AEE-2706-4A13-B3B2-0B77088AA034}" type="pres">
      <dgm:prSet presAssocID="{0E54EE8F-8394-4CAF-806F-99AE473C2AA7}" presName="text" presStyleLbl="fgAcc0" presStyleIdx="2" presStyleCnt="3">
        <dgm:presLayoutVars>
          <dgm:chPref val="3"/>
        </dgm:presLayoutVars>
      </dgm:prSet>
      <dgm:spPr/>
    </dgm:pt>
    <dgm:pt modelId="{DD969BE7-AB09-408A-95D8-97F8968E922E}" type="pres">
      <dgm:prSet presAssocID="{0E54EE8F-8394-4CAF-806F-99AE473C2AA7}" presName="hierChild2" presStyleCnt="0"/>
      <dgm:spPr/>
    </dgm:pt>
  </dgm:ptLst>
  <dgm:cxnLst>
    <dgm:cxn modelId="{D358CD02-0C30-49CC-99B3-32FCC19096B7}" srcId="{24F9FF6A-C808-486B-AC5A-829FE5E19EF3}" destId="{803413FA-B8C0-4A36-9843-C406B314CEDE}" srcOrd="0" destOrd="0" parTransId="{0DD4824E-AEE8-4956-8454-3DC84361441E}" sibTransId="{28015AFC-AD6F-4137-B2C8-9F7AE356C2BB}"/>
    <dgm:cxn modelId="{66780539-FB60-4541-B6B7-8DB4972D5A49}" srcId="{24F9FF6A-C808-486B-AC5A-829FE5E19EF3}" destId="{665DB57C-2CEF-48B6-816E-A46CCA40ACC2}" srcOrd="1" destOrd="0" parTransId="{0029C5D5-2D0D-4E87-8A4C-6C5130035ECC}" sibTransId="{E9C6C182-B0B7-4185-9A68-8EFB34708403}"/>
    <dgm:cxn modelId="{5A417B8B-0257-441E-BD67-151261E841E4}" srcId="{24F9FF6A-C808-486B-AC5A-829FE5E19EF3}" destId="{0E54EE8F-8394-4CAF-806F-99AE473C2AA7}" srcOrd="2" destOrd="0" parTransId="{0608405E-25BD-4389-9EEB-8941D31BFC99}" sibTransId="{FB724CFD-5AFA-48D1-BA0F-2EEB45B2CE71}"/>
    <dgm:cxn modelId="{274A338C-072D-4BB5-9287-F25E57D393B4}" type="presOf" srcId="{24F9FF6A-C808-486B-AC5A-829FE5E19EF3}" destId="{D946B8F4-E641-4F56-A0EA-10EA44CD1AC2}" srcOrd="0" destOrd="0" presId="urn:microsoft.com/office/officeart/2005/8/layout/hierarchy1"/>
    <dgm:cxn modelId="{A7B11991-80D6-4D43-9818-16DF3E72B407}" type="presOf" srcId="{0E54EE8F-8394-4CAF-806F-99AE473C2AA7}" destId="{A4908AEE-2706-4A13-B3B2-0B77088AA034}" srcOrd="0" destOrd="0" presId="urn:microsoft.com/office/officeart/2005/8/layout/hierarchy1"/>
    <dgm:cxn modelId="{49DC78A5-BF2E-44E5-9C20-AF058215EE28}" type="presOf" srcId="{803413FA-B8C0-4A36-9843-C406B314CEDE}" destId="{DCF33C15-1FC0-406A-AF2C-F5F8A9629561}" srcOrd="0" destOrd="0" presId="urn:microsoft.com/office/officeart/2005/8/layout/hierarchy1"/>
    <dgm:cxn modelId="{547E5FF4-B414-4644-A331-2C9B43B8FB71}" type="presOf" srcId="{665DB57C-2CEF-48B6-816E-A46CCA40ACC2}" destId="{A04D9366-2458-4C6D-9EB6-9F7FED44B02F}" srcOrd="0" destOrd="0" presId="urn:microsoft.com/office/officeart/2005/8/layout/hierarchy1"/>
    <dgm:cxn modelId="{41F5A93D-BC46-4FCC-BF88-5A6E52403836}" type="presParOf" srcId="{D946B8F4-E641-4F56-A0EA-10EA44CD1AC2}" destId="{064B0C50-4D45-40E9-BADB-74CDAFCE4F6C}" srcOrd="0" destOrd="0" presId="urn:microsoft.com/office/officeart/2005/8/layout/hierarchy1"/>
    <dgm:cxn modelId="{6F1530BD-A971-4BD4-B4FC-9C3788CCEEDB}" type="presParOf" srcId="{064B0C50-4D45-40E9-BADB-74CDAFCE4F6C}" destId="{8C055A72-8FA0-47D3-91DB-9E6030F001BB}" srcOrd="0" destOrd="0" presId="urn:microsoft.com/office/officeart/2005/8/layout/hierarchy1"/>
    <dgm:cxn modelId="{F4962CFE-6EB7-41BB-B24B-3B66BD637545}" type="presParOf" srcId="{8C055A72-8FA0-47D3-91DB-9E6030F001BB}" destId="{0C98CFFC-79E4-4472-A143-3B341C48C47A}" srcOrd="0" destOrd="0" presId="urn:microsoft.com/office/officeart/2005/8/layout/hierarchy1"/>
    <dgm:cxn modelId="{6623F03D-8DE4-45F5-811B-106C8470D581}" type="presParOf" srcId="{8C055A72-8FA0-47D3-91DB-9E6030F001BB}" destId="{DCF33C15-1FC0-406A-AF2C-F5F8A9629561}" srcOrd="1" destOrd="0" presId="urn:microsoft.com/office/officeart/2005/8/layout/hierarchy1"/>
    <dgm:cxn modelId="{7D3768B8-96FA-4EC2-B88B-0ED75882EC6C}" type="presParOf" srcId="{064B0C50-4D45-40E9-BADB-74CDAFCE4F6C}" destId="{71C9D720-17A9-49D7-9AC6-3F3B7CE66531}" srcOrd="1" destOrd="0" presId="urn:microsoft.com/office/officeart/2005/8/layout/hierarchy1"/>
    <dgm:cxn modelId="{706BB681-22EC-4E3C-AFF2-1E6031FCC401}" type="presParOf" srcId="{D946B8F4-E641-4F56-A0EA-10EA44CD1AC2}" destId="{10A99FB5-2DF6-444E-9CD4-2AD2C1F28D46}" srcOrd="1" destOrd="0" presId="urn:microsoft.com/office/officeart/2005/8/layout/hierarchy1"/>
    <dgm:cxn modelId="{4DFE1562-88A3-4446-916A-F2967EDBC913}" type="presParOf" srcId="{10A99FB5-2DF6-444E-9CD4-2AD2C1F28D46}" destId="{7541B1EC-DA5F-4A90-A454-A87453A771C6}" srcOrd="0" destOrd="0" presId="urn:microsoft.com/office/officeart/2005/8/layout/hierarchy1"/>
    <dgm:cxn modelId="{6CD94FE6-AD85-4A62-812D-55FB1D9BF786}" type="presParOf" srcId="{7541B1EC-DA5F-4A90-A454-A87453A771C6}" destId="{0EE24501-7076-4B12-9197-43131D7A06B7}" srcOrd="0" destOrd="0" presId="urn:microsoft.com/office/officeart/2005/8/layout/hierarchy1"/>
    <dgm:cxn modelId="{5923BA42-D199-4101-A365-73247A16AA7E}" type="presParOf" srcId="{7541B1EC-DA5F-4A90-A454-A87453A771C6}" destId="{A04D9366-2458-4C6D-9EB6-9F7FED44B02F}" srcOrd="1" destOrd="0" presId="urn:microsoft.com/office/officeart/2005/8/layout/hierarchy1"/>
    <dgm:cxn modelId="{7D72EFDA-9A9E-47C9-A7F8-AC1991413F14}" type="presParOf" srcId="{10A99FB5-2DF6-444E-9CD4-2AD2C1F28D46}" destId="{BAB223BE-C507-4B14-ADC9-46F322BECF2D}" srcOrd="1" destOrd="0" presId="urn:microsoft.com/office/officeart/2005/8/layout/hierarchy1"/>
    <dgm:cxn modelId="{48B1D1A2-983D-46E6-A0D1-2517575D8325}" type="presParOf" srcId="{D946B8F4-E641-4F56-A0EA-10EA44CD1AC2}" destId="{13ADCB76-C641-4B3D-AF03-BA053D91E770}" srcOrd="2" destOrd="0" presId="urn:microsoft.com/office/officeart/2005/8/layout/hierarchy1"/>
    <dgm:cxn modelId="{B5B2762C-0043-4853-BB32-3000184F79B2}" type="presParOf" srcId="{13ADCB76-C641-4B3D-AF03-BA053D91E770}" destId="{9AB16BC8-EF55-4776-A08F-E17CFDB3BDE8}" srcOrd="0" destOrd="0" presId="urn:microsoft.com/office/officeart/2005/8/layout/hierarchy1"/>
    <dgm:cxn modelId="{715AFCFF-222B-4EA3-A10C-F51A5CF25A65}" type="presParOf" srcId="{9AB16BC8-EF55-4776-A08F-E17CFDB3BDE8}" destId="{1316A3BE-802E-437D-9361-C0B329CA6C3E}" srcOrd="0" destOrd="0" presId="urn:microsoft.com/office/officeart/2005/8/layout/hierarchy1"/>
    <dgm:cxn modelId="{3AB86F88-F99E-4E0A-B7C5-D8756169B98B}" type="presParOf" srcId="{9AB16BC8-EF55-4776-A08F-E17CFDB3BDE8}" destId="{A4908AEE-2706-4A13-B3B2-0B77088AA034}" srcOrd="1" destOrd="0" presId="urn:microsoft.com/office/officeart/2005/8/layout/hierarchy1"/>
    <dgm:cxn modelId="{2003E08A-20CC-40B7-9A10-8DE5A6320672}" type="presParOf" srcId="{13ADCB76-C641-4B3D-AF03-BA053D91E770}" destId="{DD969BE7-AB09-408A-95D8-97F8968E922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93157A-B56D-4971-8106-4C0F2D20F12C}" type="doc">
      <dgm:prSet loTypeId="urn:microsoft.com/office/officeart/2005/8/layout/pyramid2" loCatId="pyramid" qsTypeId="urn:microsoft.com/office/officeart/2005/8/quickstyle/simple3" qsCatId="simple" csTypeId="urn:microsoft.com/office/officeart/2005/8/colors/accent1_2" csCatId="accent1"/>
      <dgm:spPr/>
      <dgm:t>
        <a:bodyPr/>
        <a:lstStyle/>
        <a:p>
          <a:endParaRPr lang="en-US"/>
        </a:p>
      </dgm:t>
    </dgm:pt>
    <dgm:pt modelId="{EF6D2FCE-695E-4EE9-8C4E-4EADCDEE8E1D}">
      <dgm:prSet custT="1"/>
      <dgm:spPr/>
      <dgm:t>
        <a:bodyPr/>
        <a:lstStyle/>
        <a:p>
          <a:r>
            <a:rPr lang="en-US" sz="1600" b="1" dirty="0">
              <a:latin typeface="Times New Roman" panose="02020603050405020304" pitchFamily="18" charset="0"/>
              <a:cs typeface="Times New Roman" panose="02020603050405020304" pitchFamily="18" charset="0"/>
            </a:rPr>
            <a:t>Target</a:t>
          </a:r>
          <a:endParaRPr lang="en-US" sz="1600" dirty="0">
            <a:latin typeface="Times New Roman" panose="02020603050405020304" pitchFamily="18" charset="0"/>
            <a:cs typeface="Times New Roman" panose="02020603050405020304" pitchFamily="18" charset="0"/>
          </a:endParaRPr>
        </a:p>
      </dgm:t>
    </dgm:pt>
    <dgm:pt modelId="{3EF0BFE7-565C-429A-B9C2-4D96CDAA442E}" type="parTrans" cxnId="{5F3AA273-0FC2-4D40-A5C5-AF5685DDE00C}">
      <dgm:prSet/>
      <dgm:spPr/>
      <dgm:t>
        <a:bodyPr/>
        <a:lstStyle/>
        <a:p>
          <a:endParaRPr lang="en-US"/>
        </a:p>
      </dgm:t>
    </dgm:pt>
    <dgm:pt modelId="{8CF465B6-DEBD-4748-A616-A99084F5051D}" type="sibTrans" cxnId="{5F3AA273-0FC2-4D40-A5C5-AF5685DDE00C}">
      <dgm:prSet/>
      <dgm:spPr/>
      <dgm:t>
        <a:bodyPr/>
        <a:lstStyle/>
        <a:p>
          <a:endParaRPr lang="en-US"/>
        </a:p>
      </dgm:t>
    </dgm:pt>
    <dgm:pt modelId="{C7976841-5EAE-42FD-A8B5-BC61E43CD7D2}">
      <dgm:prSet custT="1"/>
      <dgm:spPr/>
      <dgm:t>
        <a:bodyPr/>
        <a:lstStyle/>
        <a:p>
          <a:r>
            <a:rPr lang="en-US" sz="1600" dirty="0">
              <a:latin typeface="Times New Roman" panose="02020603050405020304" pitchFamily="18" charset="0"/>
              <a:cs typeface="Times New Roman" panose="02020603050405020304" pitchFamily="18" charset="0"/>
            </a:rPr>
            <a:t>Detecting the type of Head and Neck Squamous Cell Carcinoma (HNSCC) from the image data only.</a:t>
          </a:r>
        </a:p>
      </dgm:t>
    </dgm:pt>
    <dgm:pt modelId="{1F05758C-5261-47FB-83EA-2D3A3FBC4C99}" type="parTrans" cxnId="{8F1221B0-CBE6-46A4-947B-DF678C3B6496}">
      <dgm:prSet/>
      <dgm:spPr/>
      <dgm:t>
        <a:bodyPr/>
        <a:lstStyle/>
        <a:p>
          <a:endParaRPr lang="en-US"/>
        </a:p>
      </dgm:t>
    </dgm:pt>
    <dgm:pt modelId="{B6E58DC3-02EE-4906-BE97-084B65BC01BB}" type="sibTrans" cxnId="{8F1221B0-CBE6-46A4-947B-DF678C3B6496}">
      <dgm:prSet/>
      <dgm:spPr/>
      <dgm:t>
        <a:bodyPr/>
        <a:lstStyle/>
        <a:p>
          <a:endParaRPr lang="en-US"/>
        </a:p>
      </dgm:t>
    </dgm:pt>
    <dgm:pt modelId="{393C820A-4F82-4D05-B812-57AA508FC3B3}">
      <dgm:prSet custT="1"/>
      <dgm:spPr/>
      <dgm:t>
        <a:bodyPr/>
        <a:lstStyle/>
        <a:p>
          <a:r>
            <a:rPr lang="en-US" sz="1600" dirty="0">
              <a:latin typeface="Times New Roman" panose="02020603050405020304" pitchFamily="18" charset="0"/>
              <a:cs typeface="Times New Roman" panose="02020603050405020304" pitchFamily="18" charset="0"/>
            </a:rPr>
            <a:t>Feature dependence among different keV images.</a:t>
          </a:r>
        </a:p>
      </dgm:t>
    </dgm:pt>
    <dgm:pt modelId="{A09BE188-8C14-45B3-8D78-5DD57B78DFAB}" type="parTrans" cxnId="{52ACC583-88E2-40F6-AD0F-9E13790D7DCD}">
      <dgm:prSet/>
      <dgm:spPr/>
      <dgm:t>
        <a:bodyPr/>
        <a:lstStyle/>
        <a:p>
          <a:endParaRPr lang="en-US"/>
        </a:p>
      </dgm:t>
    </dgm:pt>
    <dgm:pt modelId="{65F1BE83-4DB8-40E9-B5AB-41BD0E97BE98}" type="sibTrans" cxnId="{52ACC583-88E2-40F6-AD0F-9E13790D7DCD}">
      <dgm:prSet/>
      <dgm:spPr/>
      <dgm:t>
        <a:bodyPr/>
        <a:lstStyle/>
        <a:p>
          <a:endParaRPr lang="en-US"/>
        </a:p>
      </dgm:t>
    </dgm:pt>
    <dgm:pt modelId="{27BF7DD9-B321-4ED1-97C2-7A97BB86AF26}" type="pres">
      <dgm:prSet presAssocID="{9193157A-B56D-4971-8106-4C0F2D20F12C}" presName="compositeShape" presStyleCnt="0">
        <dgm:presLayoutVars>
          <dgm:dir/>
          <dgm:resizeHandles/>
        </dgm:presLayoutVars>
      </dgm:prSet>
      <dgm:spPr/>
    </dgm:pt>
    <dgm:pt modelId="{4DD1402C-7EBB-4E20-9EC8-C3F353D53713}" type="pres">
      <dgm:prSet presAssocID="{9193157A-B56D-4971-8106-4C0F2D20F12C}" presName="pyramid" presStyleLbl="node1" presStyleIdx="0" presStyleCnt="1"/>
      <dgm:spPr>
        <a:solidFill>
          <a:schemeClr val="accent1"/>
        </a:solidFill>
        <a:ln>
          <a:noFill/>
        </a:ln>
        <a:effectLst>
          <a:glow rad="139700">
            <a:schemeClr val="accent1">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79BDAA2-AC90-4030-9363-C54EE6440478}" type="pres">
      <dgm:prSet presAssocID="{9193157A-B56D-4971-8106-4C0F2D20F12C}" presName="theList" presStyleCnt="0"/>
      <dgm:spPr/>
    </dgm:pt>
    <dgm:pt modelId="{1727C709-63C7-4195-B812-DAC61AB7C285}" type="pres">
      <dgm:prSet presAssocID="{EF6D2FCE-695E-4EE9-8C4E-4EADCDEE8E1D}" presName="aNode" presStyleLbl="fgAcc1" presStyleIdx="0" presStyleCnt="1" custLinFactNeighborX="1122" custLinFactNeighborY="-15702">
        <dgm:presLayoutVars>
          <dgm:bulletEnabled val="1"/>
        </dgm:presLayoutVars>
      </dgm:prSet>
      <dgm:spPr/>
    </dgm:pt>
    <dgm:pt modelId="{DEC34B7C-616E-4F82-BAE4-AB3E45FCC9DA}" type="pres">
      <dgm:prSet presAssocID="{EF6D2FCE-695E-4EE9-8C4E-4EADCDEE8E1D}" presName="aSpace" presStyleCnt="0"/>
      <dgm:spPr/>
    </dgm:pt>
  </dgm:ptLst>
  <dgm:cxnLst>
    <dgm:cxn modelId="{B79E040F-4D30-4893-96AD-77A3DFE52CD7}" type="presOf" srcId="{EF6D2FCE-695E-4EE9-8C4E-4EADCDEE8E1D}" destId="{1727C709-63C7-4195-B812-DAC61AB7C285}" srcOrd="0" destOrd="0" presId="urn:microsoft.com/office/officeart/2005/8/layout/pyramid2"/>
    <dgm:cxn modelId="{44114620-4639-476A-BD8A-18DBEAFC3953}" type="presOf" srcId="{9193157A-B56D-4971-8106-4C0F2D20F12C}" destId="{27BF7DD9-B321-4ED1-97C2-7A97BB86AF26}" srcOrd="0" destOrd="0" presId="urn:microsoft.com/office/officeart/2005/8/layout/pyramid2"/>
    <dgm:cxn modelId="{A78C3466-6EB5-43F5-BD47-DCAAE291E50C}" type="presOf" srcId="{C7976841-5EAE-42FD-A8B5-BC61E43CD7D2}" destId="{1727C709-63C7-4195-B812-DAC61AB7C285}" srcOrd="0" destOrd="1" presId="urn:microsoft.com/office/officeart/2005/8/layout/pyramid2"/>
    <dgm:cxn modelId="{5F3AA273-0FC2-4D40-A5C5-AF5685DDE00C}" srcId="{9193157A-B56D-4971-8106-4C0F2D20F12C}" destId="{EF6D2FCE-695E-4EE9-8C4E-4EADCDEE8E1D}" srcOrd="0" destOrd="0" parTransId="{3EF0BFE7-565C-429A-B9C2-4D96CDAA442E}" sibTransId="{8CF465B6-DEBD-4748-A616-A99084F5051D}"/>
    <dgm:cxn modelId="{52ACC583-88E2-40F6-AD0F-9E13790D7DCD}" srcId="{EF6D2FCE-695E-4EE9-8C4E-4EADCDEE8E1D}" destId="{393C820A-4F82-4D05-B812-57AA508FC3B3}" srcOrd="1" destOrd="0" parTransId="{A09BE188-8C14-45B3-8D78-5DD57B78DFAB}" sibTransId="{65F1BE83-4DB8-40E9-B5AB-41BD0E97BE98}"/>
    <dgm:cxn modelId="{4652EB97-A087-4103-B159-B13BF7F085B3}" type="presOf" srcId="{393C820A-4F82-4D05-B812-57AA508FC3B3}" destId="{1727C709-63C7-4195-B812-DAC61AB7C285}" srcOrd="0" destOrd="2" presId="urn:microsoft.com/office/officeart/2005/8/layout/pyramid2"/>
    <dgm:cxn modelId="{8F1221B0-CBE6-46A4-947B-DF678C3B6496}" srcId="{EF6D2FCE-695E-4EE9-8C4E-4EADCDEE8E1D}" destId="{C7976841-5EAE-42FD-A8B5-BC61E43CD7D2}" srcOrd="0" destOrd="0" parTransId="{1F05758C-5261-47FB-83EA-2D3A3FBC4C99}" sibTransId="{B6E58DC3-02EE-4906-BE97-084B65BC01BB}"/>
    <dgm:cxn modelId="{DBE1B807-D883-4EBD-9C7C-A1351E701D9A}" type="presParOf" srcId="{27BF7DD9-B321-4ED1-97C2-7A97BB86AF26}" destId="{4DD1402C-7EBB-4E20-9EC8-C3F353D53713}" srcOrd="0" destOrd="0" presId="urn:microsoft.com/office/officeart/2005/8/layout/pyramid2"/>
    <dgm:cxn modelId="{48E84E16-CC55-44F7-BE4E-9702254C1877}" type="presParOf" srcId="{27BF7DD9-B321-4ED1-97C2-7A97BB86AF26}" destId="{479BDAA2-AC90-4030-9363-C54EE6440478}" srcOrd="1" destOrd="0" presId="urn:microsoft.com/office/officeart/2005/8/layout/pyramid2"/>
    <dgm:cxn modelId="{09C57AF3-2C2A-45F7-A071-B1725FF3E8C4}" type="presParOf" srcId="{479BDAA2-AC90-4030-9363-C54EE6440478}" destId="{1727C709-63C7-4195-B812-DAC61AB7C285}" srcOrd="0" destOrd="0" presId="urn:microsoft.com/office/officeart/2005/8/layout/pyramid2"/>
    <dgm:cxn modelId="{07D1D3C3-A0A5-4E5E-8098-A809F32784ED}" type="presParOf" srcId="{479BDAA2-AC90-4030-9363-C54EE6440478}" destId="{DEC34B7C-616E-4F82-BAE4-AB3E45FCC9DA}" srcOrd="1"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4C9D2C-32FF-4B4C-9AE4-C687F1097E2A}" type="doc">
      <dgm:prSet loTypeId="urn:microsoft.com/office/officeart/2005/8/layout/hierarchy1" loCatId="hierarchy" qsTypeId="urn:microsoft.com/office/officeart/2005/8/quickstyle/simple4" qsCatId="simple" csTypeId="urn:microsoft.com/office/officeart/2005/8/colors/accent6_2" csCatId="accent6" phldr="1"/>
      <dgm:spPr/>
      <dgm:t>
        <a:bodyPr/>
        <a:lstStyle/>
        <a:p>
          <a:endParaRPr lang="en-US"/>
        </a:p>
      </dgm:t>
    </dgm:pt>
    <dgm:pt modelId="{29B9376A-EC35-4B4B-87D3-5E50FBCA9063}">
      <dgm:prSet/>
      <dgm:spPr/>
      <dgm:t>
        <a:bodyPr/>
        <a:lstStyle/>
        <a:p>
          <a:r>
            <a:rPr lang="en-US" b="1" dirty="0">
              <a:latin typeface="Times New Roman" panose="02020603050405020304" pitchFamily="18" charset="0"/>
              <a:cs typeface="Times New Roman" panose="02020603050405020304" pitchFamily="18" charset="0"/>
            </a:rPr>
            <a:t>Data Distribution</a:t>
          </a:r>
          <a:endParaRPr lang="en-US" dirty="0">
            <a:latin typeface="Times New Roman" panose="02020603050405020304" pitchFamily="18" charset="0"/>
            <a:cs typeface="Times New Roman" panose="02020603050405020304" pitchFamily="18" charset="0"/>
          </a:endParaRPr>
        </a:p>
      </dgm:t>
    </dgm:pt>
    <dgm:pt modelId="{FAC34154-F3AA-4BA2-97C5-B508CD1D2786}" type="parTrans" cxnId="{8CA620BF-A1C9-4DB7-A74A-9A0ACD9587F3}">
      <dgm:prSet/>
      <dgm:spPr/>
      <dgm:t>
        <a:bodyPr/>
        <a:lstStyle/>
        <a:p>
          <a:endParaRPr lang="en-US"/>
        </a:p>
      </dgm:t>
    </dgm:pt>
    <dgm:pt modelId="{CB146A3B-243F-4116-9570-657ACBC11F6F}" type="sibTrans" cxnId="{8CA620BF-A1C9-4DB7-A74A-9A0ACD9587F3}">
      <dgm:prSet/>
      <dgm:spPr/>
      <dgm:t>
        <a:bodyPr/>
        <a:lstStyle/>
        <a:p>
          <a:endParaRPr lang="en-US"/>
        </a:p>
      </dgm:t>
    </dgm:pt>
    <dgm:pt modelId="{138EF4F2-2EFC-40B0-854D-5CDCA9EE72CD}">
      <dgm:prSet/>
      <dgm:spPr/>
      <dgm:t>
        <a:bodyPr/>
        <a:lstStyle/>
        <a:p>
          <a:r>
            <a:rPr lang="en-US" dirty="0">
              <a:latin typeface="Times New Roman" panose="02020603050405020304" pitchFamily="18" charset="0"/>
              <a:cs typeface="Times New Roman" panose="02020603050405020304" pitchFamily="18" charset="0"/>
            </a:rPr>
            <a:t>Mouth[Oral Cavity (</a:t>
          </a:r>
          <a:r>
            <a:rPr lang="en-US" b="1" dirty="0">
              <a:latin typeface="Times New Roman" panose="02020603050405020304" pitchFamily="18" charset="0"/>
              <a:cs typeface="Times New Roman" panose="02020603050405020304" pitchFamily="18" charset="0"/>
            </a:rPr>
            <a:t>OC</a:t>
          </a:r>
          <a:r>
            <a:rPr lang="en-US" dirty="0">
              <a:latin typeface="Times New Roman" panose="02020603050405020304" pitchFamily="18" charset="0"/>
              <a:cs typeface="Times New Roman" panose="02020603050405020304" pitchFamily="18" charset="0"/>
            </a:rPr>
            <a:t>)]</a:t>
          </a:r>
        </a:p>
      </dgm:t>
    </dgm:pt>
    <dgm:pt modelId="{31296F41-0386-4E8A-808A-FB74974DE9C6}" type="sibTrans" cxnId="{0DB89502-861A-4FAF-9343-0B85DFE35390}">
      <dgm:prSet/>
      <dgm:spPr/>
      <dgm:t>
        <a:bodyPr/>
        <a:lstStyle/>
        <a:p>
          <a:endParaRPr lang="en-US"/>
        </a:p>
      </dgm:t>
    </dgm:pt>
    <dgm:pt modelId="{1F481592-C57C-44AE-90CE-7D1DF64E559B}" type="parTrans" cxnId="{0DB89502-861A-4FAF-9343-0B85DFE35390}">
      <dgm:prSet/>
      <dgm:spPr/>
      <dgm:t>
        <a:bodyPr/>
        <a:lstStyle/>
        <a:p>
          <a:endParaRPr lang="en-US"/>
        </a:p>
      </dgm:t>
    </dgm:pt>
    <dgm:pt modelId="{E78A490C-5A4C-49EF-8747-88185C7BD8EB}">
      <dgm:prSet/>
      <dgm:spPr/>
      <dgm:t>
        <a:bodyPr/>
        <a:lstStyle/>
        <a:p>
          <a:r>
            <a:rPr lang="en-US" dirty="0">
              <a:latin typeface="Times New Roman" panose="02020603050405020304" pitchFamily="18" charset="0"/>
              <a:cs typeface="Times New Roman" panose="02020603050405020304" pitchFamily="18" charset="0"/>
            </a:rPr>
            <a:t>Middle Part of the throat near the mouth[Oropharynx (</a:t>
          </a:r>
          <a:r>
            <a:rPr lang="en-US" b="1" dirty="0">
              <a:latin typeface="Times New Roman" panose="02020603050405020304" pitchFamily="18" charset="0"/>
              <a:cs typeface="Times New Roman" panose="02020603050405020304" pitchFamily="18" charset="0"/>
            </a:rPr>
            <a:t>OP</a:t>
          </a:r>
          <a:r>
            <a:rPr lang="en-US" dirty="0">
              <a:latin typeface="Times New Roman" panose="02020603050405020304" pitchFamily="18" charset="0"/>
              <a:cs typeface="Times New Roman" panose="02020603050405020304" pitchFamily="18" charset="0"/>
            </a:rPr>
            <a:t>)]</a:t>
          </a:r>
        </a:p>
      </dgm:t>
    </dgm:pt>
    <dgm:pt modelId="{96652066-1F61-45C4-AEC7-CC9F07AE0584}" type="sibTrans" cxnId="{418E19D5-1EBF-4977-BBE1-26647C5F28AE}">
      <dgm:prSet/>
      <dgm:spPr/>
      <dgm:t>
        <a:bodyPr/>
        <a:lstStyle/>
        <a:p>
          <a:endParaRPr lang="en-US"/>
        </a:p>
      </dgm:t>
    </dgm:pt>
    <dgm:pt modelId="{34A9D453-CD50-40C1-82F6-428DAC7E7D75}" type="parTrans" cxnId="{418E19D5-1EBF-4977-BBE1-26647C5F28AE}">
      <dgm:prSet/>
      <dgm:spPr/>
      <dgm:t>
        <a:bodyPr/>
        <a:lstStyle/>
        <a:p>
          <a:endParaRPr lang="en-US"/>
        </a:p>
      </dgm:t>
    </dgm:pt>
    <dgm:pt modelId="{340A61BA-6AED-4475-9ACC-B386FA7CF001}">
      <dgm:prSet/>
      <dgm:spPr/>
      <dgm:t>
        <a:bodyPr/>
        <a:lstStyle/>
        <a:p>
          <a:r>
            <a:rPr lang="en-US" dirty="0">
              <a:latin typeface="Times New Roman" panose="02020603050405020304" pitchFamily="18" charset="0"/>
              <a:cs typeface="Times New Roman" panose="02020603050405020304" pitchFamily="18" charset="0"/>
            </a:rPr>
            <a:t>Voice box [Larynx(</a:t>
          </a:r>
          <a:r>
            <a:rPr lang="en-US" b="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Lower part of the throat near larynx [Hypo-larynx (</a:t>
          </a:r>
          <a:r>
            <a:rPr lang="en-US" b="1" dirty="0">
              <a:latin typeface="Times New Roman" panose="02020603050405020304" pitchFamily="18" charset="0"/>
              <a:cs typeface="Times New Roman" panose="02020603050405020304" pitchFamily="18" charset="0"/>
            </a:rPr>
            <a:t>HP</a:t>
          </a:r>
          <a:r>
            <a:rPr lang="en-US" dirty="0">
              <a:latin typeface="Times New Roman" panose="02020603050405020304" pitchFamily="18" charset="0"/>
              <a:cs typeface="Times New Roman" panose="02020603050405020304" pitchFamily="18" charset="0"/>
            </a:rPr>
            <a:t>)]</a:t>
          </a:r>
        </a:p>
      </dgm:t>
    </dgm:pt>
    <dgm:pt modelId="{B160502C-66E2-41E9-BAD2-AA2218E84B56}" type="sibTrans" cxnId="{606A32C7-71DA-40A1-9F2D-7BAD143A2560}">
      <dgm:prSet/>
      <dgm:spPr/>
      <dgm:t>
        <a:bodyPr/>
        <a:lstStyle/>
        <a:p>
          <a:endParaRPr lang="en-US"/>
        </a:p>
      </dgm:t>
    </dgm:pt>
    <dgm:pt modelId="{FAA83967-5550-462B-96EC-630EC49AC5A5}" type="parTrans" cxnId="{606A32C7-71DA-40A1-9F2D-7BAD143A2560}">
      <dgm:prSet/>
      <dgm:spPr/>
      <dgm:t>
        <a:bodyPr/>
        <a:lstStyle/>
        <a:p>
          <a:endParaRPr lang="en-US"/>
        </a:p>
      </dgm:t>
    </dgm:pt>
    <dgm:pt modelId="{7BE72E14-2D70-479C-B804-F073FAFE4DDB}">
      <dgm:prSet/>
      <dgm:spPr/>
      <dgm:t>
        <a:bodyPr/>
        <a:lstStyle/>
        <a:p>
          <a:r>
            <a:rPr lang="en-US" dirty="0">
              <a:latin typeface="Times New Roman" panose="02020603050405020304" pitchFamily="18" charset="0"/>
              <a:cs typeface="Times New Roman" panose="02020603050405020304" pitchFamily="18" charset="0"/>
            </a:rPr>
            <a:t>Nasal cavity and paranasal sinuses, Upper part of the nasal cavity[</a:t>
          </a:r>
          <a:r>
            <a:rPr lang="en-US" b="1" dirty="0">
              <a:latin typeface="Times New Roman" panose="02020603050405020304" pitchFamily="18" charset="0"/>
              <a:cs typeface="Times New Roman" panose="02020603050405020304" pitchFamily="18" charset="0"/>
            </a:rPr>
            <a:t>Nasopharynx</a:t>
          </a:r>
          <a:r>
            <a:rPr lang="en-US" dirty="0">
              <a:latin typeface="Times New Roman" panose="02020603050405020304" pitchFamily="18" charset="0"/>
              <a:cs typeface="Times New Roman" panose="02020603050405020304" pitchFamily="18" charset="0"/>
            </a:rPr>
            <a:t>]</a:t>
          </a:r>
        </a:p>
      </dgm:t>
    </dgm:pt>
    <dgm:pt modelId="{9F60ECD9-06CA-447B-8CD5-7EDA54310738}" type="sibTrans" cxnId="{5459102E-7476-448A-96D6-E3215E92E46A}">
      <dgm:prSet/>
      <dgm:spPr/>
      <dgm:t>
        <a:bodyPr/>
        <a:lstStyle/>
        <a:p>
          <a:endParaRPr lang="en-US"/>
        </a:p>
      </dgm:t>
    </dgm:pt>
    <dgm:pt modelId="{9D129582-38DA-4DDF-87D9-E21AE6AF8F80}" type="parTrans" cxnId="{5459102E-7476-448A-96D6-E3215E92E46A}">
      <dgm:prSet/>
      <dgm:spPr/>
      <dgm:t>
        <a:bodyPr/>
        <a:lstStyle/>
        <a:p>
          <a:endParaRPr lang="en-US"/>
        </a:p>
      </dgm:t>
    </dgm:pt>
    <dgm:pt modelId="{A1F22CE2-07FB-4FA0-A708-090876DA78F7}">
      <dgm:prSet/>
      <dgm:spPr/>
      <dgm:t>
        <a:bodyPr/>
        <a:lstStyle/>
        <a:p>
          <a:r>
            <a:rPr lang="en-US" dirty="0">
              <a:latin typeface="Times New Roman" panose="02020603050405020304" pitchFamily="18" charset="0"/>
              <a:cs typeface="Times New Roman" panose="02020603050405020304" pitchFamily="18" charset="0"/>
            </a:rPr>
            <a:t>33</a:t>
          </a:r>
        </a:p>
      </dgm:t>
    </dgm:pt>
    <dgm:pt modelId="{E929EAFB-DD32-40E3-9272-B6BBF3063A5E}" type="parTrans" cxnId="{795EABB1-0235-4BA9-94CB-EF08BC99EDA0}">
      <dgm:prSet/>
      <dgm:spPr/>
      <dgm:t>
        <a:bodyPr/>
        <a:lstStyle/>
        <a:p>
          <a:endParaRPr lang="en-US"/>
        </a:p>
      </dgm:t>
    </dgm:pt>
    <dgm:pt modelId="{30FC8A1A-1A90-46F4-880F-5956E21C3960}" type="sibTrans" cxnId="{795EABB1-0235-4BA9-94CB-EF08BC99EDA0}">
      <dgm:prSet/>
      <dgm:spPr/>
      <dgm:t>
        <a:bodyPr/>
        <a:lstStyle/>
        <a:p>
          <a:endParaRPr lang="en-US"/>
        </a:p>
      </dgm:t>
    </dgm:pt>
    <dgm:pt modelId="{FDE4DF3F-462A-42D8-9752-B961CB70987E}">
      <dgm:prSet/>
      <dgm:spPr/>
      <dgm:t>
        <a:bodyPr/>
        <a:lstStyle/>
        <a:p>
          <a:r>
            <a:rPr lang="en-US" dirty="0">
              <a:latin typeface="Times New Roman" panose="02020603050405020304" pitchFamily="18" charset="0"/>
              <a:cs typeface="Times New Roman" panose="02020603050405020304" pitchFamily="18" charset="0"/>
            </a:rPr>
            <a:t>24</a:t>
          </a:r>
        </a:p>
      </dgm:t>
    </dgm:pt>
    <dgm:pt modelId="{372CE777-1960-484B-8BEC-15D307BE8514}" type="parTrans" cxnId="{99E76D4D-668B-4E71-A495-06016909130C}">
      <dgm:prSet/>
      <dgm:spPr/>
      <dgm:t>
        <a:bodyPr/>
        <a:lstStyle/>
        <a:p>
          <a:endParaRPr lang="en-US"/>
        </a:p>
      </dgm:t>
    </dgm:pt>
    <dgm:pt modelId="{A73F9F6D-7EDB-4C4E-A795-B58083DC9301}" type="sibTrans" cxnId="{99E76D4D-668B-4E71-A495-06016909130C}">
      <dgm:prSet/>
      <dgm:spPr/>
      <dgm:t>
        <a:bodyPr/>
        <a:lstStyle/>
        <a:p>
          <a:endParaRPr lang="en-US"/>
        </a:p>
      </dgm:t>
    </dgm:pt>
    <dgm:pt modelId="{6D4C3C50-045E-4473-8760-48ECA750D9C1}">
      <dgm:prSet/>
      <dgm:spPr/>
      <dgm:t>
        <a:bodyPr/>
        <a:lstStyle/>
        <a:p>
          <a:r>
            <a:rPr lang="en-US" dirty="0">
              <a:latin typeface="Times New Roman" panose="02020603050405020304" pitchFamily="18" charset="0"/>
              <a:cs typeface="Times New Roman" panose="02020603050405020304" pitchFamily="18" charset="0"/>
            </a:rPr>
            <a:t>27</a:t>
          </a:r>
        </a:p>
      </dgm:t>
    </dgm:pt>
    <dgm:pt modelId="{E11AB8EA-52C6-42CC-AC80-BEFA1604DED9}" type="parTrans" cxnId="{784D9A34-28F4-40B4-A5EE-32C2CF7D1928}">
      <dgm:prSet/>
      <dgm:spPr/>
      <dgm:t>
        <a:bodyPr/>
        <a:lstStyle/>
        <a:p>
          <a:endParaRPr lang="en-US"/>
        </a:p>
      </dgm:t>
    </dgm:pt>
    <dgm:pt modelId="{8BD4EB3F-2AA8-4B4F-A1EF-05894316A422}" type="sibTrans" cxnId="{784D9A34-28F4-40B4-A5EE-32C2CF7D1928}">
      <dgm:prSet/>
      <dgm:spPr/>
      <dgm:t>
        <a:bodyPr/>
        <a:lstStyle/>
        <a:p>
          <a:endParaRPr lang="en-US"/>
        </a:p>
      </dgm:t>
    </dgm:pt>
    <dgm:pt modelId="{B93A23B0-7C0E-4DA4-B3FF-1BEE3894BD67}">
      <dgm:prSet/>
      <dgm:spPr/>
      <dgm:t>
        <a:bodyPr/>
        <a:lstStyle/>
        <a:p>
          <a:r>
            <a:rPr lang="en-US" dirty="0">
              <a:latin typeface="Times New Roman" panose="02020603050405020304" pitchFamily="18" charset="0"/>
              <a:cs typeface="Times New Roman" panose="02020603050405020304" pitchFamily="18" charset="0"/>
            </a:rPr>
            <a:t>11</a:t>
          </a:r>
        </a:p>
      </dgm:t>
    </dgm:pt>
    <dgm:pt modelId="{9738B315-A5C9-4F2C-8B4D-33A7AA6EC875}" type="parTrans" cxnId="{1FDE7F2D-2609-4173-81BC-FB2C09DC2E98}">
      <dgm:prSet/>
      <dgm:spPr/>
      <dgm:t>
        <a:bodyPr/>
        <a:lstStyle/>
        <a:p>
          <a:endParaRPr lang="en-US"/>
        </a:p>
      </dgm:t>
    </dgm:pt>
    <dgm:pt modelId="{2ED1B26C-DEDE-4AEF-9B0E-ABC70DBDCC84}" type="sibTrans" cxnId="{1FDE7F2D-2609-4173-81BC-FB2C09DC2E98}">
      <dgm:prSet/>
      <dgm:spPr/>
      <dgm:t>
        <a:bodyPr/>
        <a:lstStyle/>
        <a:p>
          <a:endParaRPr lang="en-US"/>
        </a:p>
      </dgm:t>
    </dgm:pt>
    <dgm:pt modelId="{515C8F53-49D6-4E38-A725-57AF63CF529F}" type="pres">
      <dgm:prSet presAssocID="{7E4C9D2C-32FF-4B4C-9AE4-C687F1097E2A}" presName="hierChild1" presStyleCnt="0">
        <dgm:presLayoutVars>
          <dgm:chPref val="1"/>
          <dgm:dir/>
          <dgm:animOne val="branch"/>
          <dgm:animLvl val="lvl"/>
          <dgm:resizeHandles/>
        </dgm:presLayoutVars>
      </dgm:prSet>
      <dgm:spPr/>
    </dgm:pt>
    <dgm:pt modelId="{D3B83535-984F-4298-9344-308C6A96C3EF}" type="pres">
      <dgm:prSet presAssocID="{29B9376A-EC35-4B4B-87D3-5E50FBCA9063}" presName="hierRoot1" presStyleCnt="0"/>
      <dgm:spPr/>
    </dgm:pt>
    <dgm:pt modelId="{4E67D9EA-1F0C-4917-BF1A-101CDFB1F0FE}" type="pres">
      <dgm:prSet presAssocID="{29B9376A-EC35-4B4B-87D3-5E50FBCA9063}" presName="composite" presStyleCnt="0"/>
      <dgm:spPr/>
    </dgm:pt>
    <dgm:pt modelId="{68919EA5-0B19-4D97-A56D-3CF08E9B51CA}" type="pres">
      <dgm:prSet presAssocID="{29B9376A-EC35-4B4B-87D3-5E50FBCA9063}" presName="background" presStyleLbl="node0" presStyleIdx="0" presStyleCnt="1"/>
      <dgm:spPr/>
    </dgm:pt>
    <dgm:pt modelId="{E77FBCC4-8EC1-475E-B6B9-EF701A139C30}" type="pres">
      <dgm:prSet presAssocID="{29B9376A-EC35-4B4B-87D3-5E50FBCA9063}" presName="text" presStyleLbl="fgAcc0" presStyleIdx="0" presStyleCnt="1">
        <dgm:presLayoutVars>
          <dgm:chPref val="3"/>
        </dgm:presLayoutVars>
      </dgm:prSet>
      <dgm:spPr/>
    </dgm:pt>
    <dgm:pt modelId="{AFD1CA4A-9349-460F-8A71-61335DCDAA8B}" type="pres">
      <dgm:prSet presAssocID="{29B9376A-EC35-4B4B-87D3-5E50FBCA9063}" presName="hierChild2" presStyleCnt="0"/>
      <dgm:spPr/>
    </dgm:pt>
    <dgm:pt modelId="{D3502B03-8AC3-4341-9B8B-C28C866BEDD2}" type="pres">
      <dgm:prSet presAssocID="{1F481592-C57C-44AE-90CE-7D1DF64E559B}" presName="Name10" presStyleLbl="parChTrans1D2" presStyleIdx="0" presStyleCnt="4"/>
      <dgm:spPr/>
    </dgm:pt>
    <dgm:pt modelId="{AF5CEAC6-3F1E-4873-A093-6360BB1B8012}" type="pres">
      <dgm:prSet presAssocID="{138EF4F2-2EFC-40B0-854D-5CDCA9EE72CD}" presName="hierRoot2" presStyleCnt="0"/>
      <dgm:spPr/>
    </dgm:pt>
    <dgm:pt modelId="{B3DE09AB-18B1-4A45-9626-2342A1D834E8}" type="pres">
      <dgm:prSet presAssocID="{138EF4F2-2EFC-40B0-854D-5CDCA9EE72CD}" presName="composite2" presStyleCnt="0"/>
      <dgm:spPr/>
    </dgm:pt>
    <dgm:pt modelId="{6C73D8A9-E04D-4E67-ACC8-B47ECFCF2928}" type="pres">
      <dgm:prSet presAssocID="{138EF4F2-2EFC-40B0-854D-5CDCA9EE72CD}" presName="background2" presStyleLbl="node2" presStyleIdx="0" presStyleCnt="4"/>
      <dgm:spPr/>
    </dgm:pt>
    <dgm:pt modelId="{500B8380-E26E-4CBC-909A-18E97459E3C8}" type="pres">
      <dgm:prSet presAssocID="{138EF4F2-2EFC-40B0-854D-5CDCA9EE72CD}" presName="text2" presStyleLbl="fgAcc2" presStyleIdx="0" presStyleCnt="4">
        <dgm:presLayoutVars>
          <dgm:chPref val="3"/>
        </dgm:presLayoutVars>
      </dgm:prSet>
      <dgm:spPr/>
    </dgm:pt>
    <dgm:pt modelId="{2D1AED16-D93F-4B5C-81EE-5F786594CC9E}" type="pres">
      <dgm:prSet presAssocID="{138EF4F2-2EFC-40B0-854D-5CDCA9EE72CD}" presName="hierChild3" presStyleCnt="0"/>
      <dgm:spPr/>
    </dgm:pt>
    <dgm:pt modelId="{1681CFAC-C9B0-4AE7-A4D7-583C15D55827}" type="pres">
      <dgm:prSet presAssocID="{E929EAFB-DD32-40E3-9272-B6BBF3063A5E}" presName="Name17" presStyleLbl="parChTrans1D3" presStyleIdx="0" presStyleCnt="4"/>
      <dgm:spPr/>
    </dgm:pt>
    <dgm:pt modelId="{8C10D8CD-5305-480D-8F26-20211468DDC1}" type="pres">
      <dgm:prSet presAssocID="{A1F22CE2-07FB-4FA0-A708-090876DA78F7}" presName="hierRoot3" presStyleCnt="0"/>
      <dgm:spPr/>
    </dgm:pt>
    <dgm:pt modelId="{93313553-C1FA-4B24-8F3F-99AA2212AA8F}" type="pres">
      <dgm:prSet presAssocID="{A1F22CE2-07FB-4FA0-A708-090876DA78F7}" presName="composite3" presStyleCnt="0"/>
      <dgm:spPr/>
    </dgm:pt>
    <dgm:pt modelId="{8CD26C2E-6906-4548-B08B-F2EF8B214D4B}" type="pres">
      <dgm:prSet presAssocID="{A1F22CE2-07FB-4FA0-A708-090876DA78F7}" presName="background3" presStyleLbl="node3" presStyleIdx="0" presStyleCnt="4"/>
      <dgm:spPr/>
    </dgm:pt>
    <dgm:pt modelId="{45D13F4A-2736-405A-A744-3E02FD8F0650}" type="pres">
      <dgm:prSet presAssocID="{A1F22CE2-07FB-4FA0-A708-090876DA78F7}" presName="text3" presStyleLbl="fgAcc3" presStyleIdx="0" presStyleCnt="4">
        <dgm:presLayoutVars>
          <dgm:chPref val="3"/>
        </dgm:presLayoutVars>
      </dgm:prSet>
      <dgm:spPr/>
    </dgm:pt>
    <dgm:pt modelId="{3A558EBE-D228-4F73-83D1-6F66497A8533}" type="pres">
      <dgm:prSet presAssocID="{A1F22CE2-07FB-4FA0-A708-090876DA78F7}" presName="hierChild4" presStyleCnt="0"/>
      <dgm:spPr/>
    </dgm:pt>
    <dgm:pt modelId="{10E0873A-DBFF-4E0B-AD9C-94BE39783E31}" type="pres">
      <dgm:prSet presAssocID="{34A9D453-CD50-40C1-82F6-428DAC7E7D75}" presName="Name10" presStyleLbl="parChTrans1D2" presStyleIdx="1" presStyleCnt="4"/>
      <dgm:spPr/>
    </dgm:pt>
    <dgm:pt modelId="{0171739D-D270-4943-8D34-AF3BA9D83228}" type="pres">
      <dgm:prSet presAssocID="{E78A490C-5A4C-49EF-8747-88185C7BD8EB}" presName="hierRoot2" presStyleCnt="0"/>
      <dgm:spPr/>
    </dgm:pt>
    <dgm:pt modelId="{4C6C30DE-B894-480A-B45C-F5D074FFA086}" type="pres">
      <dgm:prSet presAssocID="{E78A490C-5A4C-49EF-8747-88185C7BD8EB}" presName="composite2" presStyleCnt="0"/>
      <dgm:spPr/>
    </dgm:pt>
    <dgm:pt modelId="{8A3A7E71-0769-4C9D-913C-63CFC924E448}" type="pres">
      <dgm:prSet presAssocID="{E78A490C-5A4C-49EF-8747-88185C7BD8EB}" presName="background2" presStyleLbl="node2" presStyleIdx="1" presStyleCnt="4"/>
      <dgm:spPr/>
    </dgm:pt>
    <dgm:pt modelId="{246C661B-FA9C-4C2B-9AE5-29D1A44917BA}" type="pres">
      <dgm:prSet presAssocID="{E78A490C-5A4C-49EF-8747-88185C7BD8EB}" presName="text2" presStyleLbl="fgAcc2" presStyleIdx="1" presStyleCnt="4">
        <dgm:presLayoutVars>
          <dgm:chPref val="3"/>
        </dgm:presLayoutVars>
      </dgm:prSet>
      <dgm:spPr/>
    </dgm:pt>
    <dgm:pt modelId="{4E10F028-5F59-40DF-907C-BF677DEA4830}" type="pres">
      <dgm:prSet presAssocID="{E78A490C-5A4C-49EF-8747-88185C7BD8EB}" presName="hierChild3" presStyleCnt="0"/>
      <dgm:spPr/>
    </dgm:pt>
    <dgm:pt modelId="{2C62AFFF-3629-4B55-932F-AFAFCBD47057}" type="pres">
      <dgm:prSet presAssocID="{372CE777-1960-484B-8BEC-15D307BE8514}" presName="Name17" presStyleLbl="parChTrans1D3" presStyleIdx="1" presStyleCnt="4"/>
      <dgm:spPr/>
    </dgm:pt>
    <dgm:pt modelId="{13010A22-8326-40F5-AA18-705CC401ACB6}" type="pres">
      <dgm:prSet presAssocID="{FDE4DF3F-462A-42D8-9752-B961CB70987E}" presName="hierRoot3" presStyleCnt="0"/>
      <dgm:spPr/>
    </dgm:pt>
    <dgm:pt modelId="{98C09AED-D15E-44DE-BCBB-B74247628D6C}" type="pres">
      <dgm:prSet presAssocID="{FDE4DF3F-462A-42D8-9752-B961CB70987E}" presName="composite3" presStyleCnt="0"/>
      <dgm:spPr/>
    </dgm:pt>
    <dgm:pt modelId="{B0FAEE6B-F006-4BBE-A011-7B5808E0E353}" type="pres">
      <dgm:prSet presAssocID="{FDE4DF3F-462A-42D8-9752-B961CB70987E}" presName="background3" presStyleLbl="node3" presStyleIdx="1" presStyleCnt="4"/>
      <dgm:spPr/>
    </dgm:pt>
    <dgm:pt modelId="{179D857C-40AB-41E8-B392-0DCA6ED466C5}" type="pres">
      <dgm:prSet presAssocID="{FDE4DF3F-462A-42D8-9752-B961CB70987E}" presName="text3" presStyleLbl="fgAcc3" presStyleIdx="1" presStyleCnt="4">
        <dgm:presLayoutVars>
          <dgm:chPref val="3"/>
        </dgm:presLayoutVars>
      </dgm:prSet>
      <dgm:spPr/>
    </dgm:pt>
    <dgm:pt modelId="{55B12171-9887-4BA4-9C93-AC9C253B3E5C}" type="pres">
      <dgm:prSet presAssocID="{FDE4DF3F-462A-42D8-9752-B961CB70987E}" presName="hierChild4" presStyleCnt="0"/>
      <dgm:spPr/>
    </dgm:pt>
    <dgm:pt modelId="{A722DE0F-DC6A-42D7-90AB-44CECADF2260}" type="pres">
      <dgm:prSet presAssocID="{FAA83967-5550-462B-96EC-630EC49AC5A5}" presName="Name10" presStyleLbl="parChTrans1D2" presStyleIdx="2" presStyleCnt="4"/>
      <dgm:spPr/>
    </dgm:pt>
    <dgm:pt modelId="{55CB0518-F0E0-4140-9256-B2031D12EF1D}" type="pres">
      <dgm:prSet presAssocID="{340A61BA-6AED-4475-9ACC-B386FA7CF001}" presName="hierRoot2" presStyleCnt="0"/>
      <dgm:spPr/>
    </dgm:pt>
    <dgm:pt modelId="{3593FFF5-D967-4745-9643-3385FB5E00B4}" type="pres">
      <dgm:prSet presAssocID="{340A61BA-6AED-4475-9ACC-B386FA7CF001}" presName="composite2" presStyleCnt="0"/>
      <dgm:spPr/>
    </dgm:pt>
    <dgm:pt modelId="{50A522EA-3C39-4C19-9612-4D8A309C39B8}" type="pres">
      <dgm:prSet presAssocID="{340A61BA-6AED-4475-9ACC-B386FA7CF001}" presName="background2" presStyleLbl="node2" presStyleIdx="2" presStyleCnt="4"/>
      <dgm:spPr/>
    </dgm:pt>
    <dgm:pt modelId="{3EF8C666-21D5-4CB8-BC78-31822FEE47E8}" type="pres">
      <dgm:prSet presAssocID="{340A61BA-6AED-4475-9ACC-B386FA7CF001}" presName="text2" presStyleLbl="fgAcc2" presStyleIdx="2" presStyleCnt="4">
        <dgm:presLayoutVars>
          <dgm:chPref val="3"/>
        </dgm:presLayoutVars>
      </dgm:prSet>
      <dgm:spPr/>
    </dgm:pt>
    <dgm:pt modelId="{4C4AC0EF-347A-4810-9BA8-CBC6DE2B7220}" type="pres">
      <dgm:prSet presAssocID="{340A61BA-6AED-4475-9ACC-B386FA7CF001}" presName="hierChild3" presStyleCnt="0"/>
      <dgm:spPr/>
    </dgm:pt>
    <dgm:pt modelId="{B3558BCE-E1B6-49CC-87A6-C336CCD67C8B}" type="pres">
      <dgm:prSet presAssocID="{E11AB8EA-52C6-42CC-AC80-BEFA1604DED9}" presName="Name17" presStyleLbl="parChTrans1D3" presStyleIdx="2" presStyleCnt="4"/>
      <dgm:spPr/>
    </dgm:pt>
    <dgm:pt modelId="{7E80FC24-AB72-43F1-9F04-B18F4D4185A2}" type="pres">
      <dgm:prSet presAssocID="{6D4C3C50-045E-4473-8760-48ECA750D9C1}" presName="hierRoot3" presStyleCnt="0"/>
      <dgm:spPr/>
    </dgm:pt>
    <dgm:pt modelId="{6E9FD54A-A8A9-45AA-8ACC-552D07F9B924}" type="pres">
      <dgm:prSet presAssocID="{6D4C3C50-045E-4473-8760-48ECA750D9C1}" presName="composite3" presStyleCnt="0"/>
      <dgm:spPr/>
    </dgm:pt>
    <dgm:pt modelId="{43B9523E-BFFF-4D7A-BDB3-30C755EB6894}" type="pres">
      <dgm:prSet presAssocID="{6D4C3C50-045E-4473-8760-48ECA750D9C1}" presName="background3" presStyleLbl="node3" presStyleIdx="2" presStyleCnt="4"/>
      <dgm:spPr/>
    </dgm:pt>
    <dgm:pt modelId="{81DB68E5-646C-47F8-90E1-9FBE1D03DAD8}" type="pres">
      <dgm:prSet presAssocID="{6D4C3C50-045E-4473-8760-48ECA750D9C1}" presName="text3" presStyleLbl="fgAcc3" presStyleIdx="2" presStyleCnt="4">
        <dgm:presLayoutVars>
          <dgm:chPref val="3"/>
        </dgm:presLayoutVars>
      </dgm:prSet>
      <dgm:spPr/>
    </dgm:pt>
    <dgm:pt modelId="{49F68F05-7B52-4FCA-B8A2-773D2564EEEE}" type="pres">
      <dgm:prSet presAssocID="{6D4C3C50-045E-4473-8760-48ECA750D9C1}" presName="hierChild4" presStyleCnt="0"/>
      <dgm:spPr/>
    </dgm:pt>
    <dgm:pt modelId="{0BFBA866-C417-40D2-9902-DC2E4E8A3FF6}" type="pres">
      <dgm:prSet presAssocID="{9D129582-38DA-4DDF-87D9-E21AE6AF8F80}" presName="Name10" presStyleLbl="parChTrans1D2" presStyleIdx="3" presStyleCnt="4"/>
      <dgm:spPr/>
    </dgm:pt>
    <dgm:pt modelId="{E3258C96-F00A-4856-9BE3-2F7C670A773A}" type="pres">
      <dgm:prSet presAssocID="{7BE72E14-2D70-479C-B804-F073FAFE4DDB}" presName="hierRoot2" presStyleCnt="0"/>
      <dgm:spPr/>
    </dgm:pt>
    <dgm:pt modelId="{F5A8131D-AB88-4DBA-9248-5ACA2F69DEFD}" type="pres">
      <dgm:prSet presAssocID="{7BE72E14-2D70-479C-B804-F073FAFE4DDB}" presName="composite2" presStyleCnt="0"/>
      <dgm:spPr/>
    </dgm:pt>
    <dgm:pt modelId="{83783981-30CF-43DA-9137-E17A6BC2C246}" type="pres">
      <dgm:prSet presAssocID="{7BE72E14-2D70-479C-B804-F073FAFE4DDB}" presName="background2" presStyleLbl="node2" presStyleIdx="3" presStyleCnt="4"/>
      <dgm:spPr/>
    </dgm:pt>
    <dgm:pt modelId="{00004D27-5513-4950-9425-C250D3977DE4}" type="pres">
      <dgm:prSet presAssocID="{7BE72E14-2D70-479C-B804-F073FAFE4DDB}" presName="text2" presStyleLbl="fgAcc2" presStyleIdx="3" presStyleCnt="4">
        <dgm:presLayoutVars>
          <dgm:chPref val="3"/>
        </dgm:presLayoutVars>
      </dgm:prSet>
      <dgm:spPr/>
    </dgm:pt>
    <dgm:pt modelId="{FA03724C-D383-4BE0-A728-75A0F654DB13}" type="pres">
      <dgm:prSet presAssocID="{7BE72E14-2D70-479C-B804-F073FAFE4DDB}" presName="hierChild3" presStyleCnt="0"/>
      <dgm:spPr/>
    </dgm:pt>
    <dgm:pt modelId="{09F1EB53-4E40-4DF0-BD25-97A66A785470}" type="pres">
      <dgm:prSet presAssocID="{9738B315-A5C9-4F2C-8B4D-33A7AA6EC875}" presName="Name17" presStyleLbl="parChTrans1D3" presStyleIdx="3" presStyleCnt="4"/>
      <dgm:spPr/>
    </dgm:pt>
    <dgm:pt modelId="{65E79F23-2DD6-464F-A388-823548A80A4E}" type="pres">
      <dgm:prSet presAssocID="{B93A23B0-7C0E-4DA4-B3FF-1BEE3894BD67}" presName="hierRoot3" presStyleCnt="0"/>
      <dgm:spPr/>
    </dgm:pt>
    <dgm:pt modelId="{28FF021F-A565-420D-9563-831243FBD400}" type="pres">
      <dgm:prSet presAssocID="{B93A23B0-7C0E-4DA4-B3FF-1BEE3894BD67}" presName="composite3" presStyleCnt="0"/>
      <dgm:spPr/>
    </dgm:pt>
    <dgm:pt modelId="{BA581C83-C22E-4891-BF95-58B62FC7ED67}" type="pres">
      <dgm:prSet presAssocID="{B93A23B0-7C0E-4DA4-B3FF-1BEE3894BD67}" presName="background3" presStyleLbl="node3" presStyleIdx="3" presStyleCnt="4"/>
      <dgm:spPr/>
    </dgm:pt>
    <dgm:pt modelId="{65027D78-F973-4C24-98B3-E4B42CAEBEDB}" type="pres">
      <dgm:prSet presAssocID="{B93A23B0-7C0E-4DA4-B3FF-1BEE3894BD67}" presName="text3" presStyleLbl="fgAcc3" presStyleIdx="3" presStyleCnt="4">
        <dgm:presLayoutVars>
          <dgm:chPref val="3"/>
        </dgm:presLayoutVars>
      </dgm:prSet>
      <dgm:spPr/>
    </dgm:pt>
    <dgm:pt modelId="{1542E6BA-2013-416C-A39F-45BDDAF88979}" type="pres">
      <dgm:prSet presAssocID="{B93A23B0-7C0E-4DA4-B3FF-1BEE3894BD67}" presName="hierChild4" presStyleCnt="0"/>
      <dgm:spPr/>
    </dgm:pt>
  </dgm:ptLst>
  <dgm:cxnLst>
    <dgm:cxn modelId="{0DB89502-861A-4FAF-9343-0B85DFE35390}" srcId="{29B9376A-EC35-4B4B-87D3-5E50FBCA9063}" destId="{138EF4F2-2EFC-40B0-854D-5CDCA9EE72CD}" srcOrd="0" destOrd="0" parTransId="{1F481592-C57C-44AE-90CE-7D1DF64E559B}" sibTransId="{31296F41-0386-4E8A-808A-FB74974DE9C6}"/>
    <dgm:cxn modelId="{C81BE613-E07A-4768-9952-F74FAE8BAD44}" type="presOf" srcId="{FDE4DF3F-462A-42D8-9752-B961CB70987E}" destId="{179D857C-40AB-41E8-B392-0DCA6ED466C5}" srcOrd="0" destOrd="0" presId="urn:microsoft.com/office/officeart/2005/8/layout/hierarchy1"/>
    <dgm:cxn modelId="{9DD73A14-4808-43CE-8C11-99FF4BFEDA32}" type="presOf" srcId="{9738B315-A5C9-4F2C-8B4D-33A7AA6EC875}" destId="{09F1EB53-4E40-4DF0-BD25-97A66A785470}" srcOrd="0" destOrd="0" presId="urn:microsoft.com/office/officeart/2005/8/layout/hierarchy1"/>
    <dgm:cxn modelId="{C2DC7B15-551C-426B-BA20-63AA9C9669FB}" type="presOf" srcId="{E11AB8EA-52C6-42CC-AC80-BEFA1604DED9}" destId="{B3558BCE-E1B6-49CC-87A6-C336CCD67C8B}" srcOrd="0" destOrd="0" presId="urn:microsoft.com/office/officeart/2005/8/layout/hierarchy1"/>
    <dgm:cxn modelId="{89733319-4E4D-4A2C-8A94-9ECD287796C6}" type="presOf" srcId="{29B9376A-EC35-4B4B-87D3-5E50FBCA9063}" destId="{E77FBCC4-8EC1-475E-B6B9-EF701A139C30}" srcOrd="0" destOrd="0" presId="urn:microsoft.com/office/officeart/2005/8/layout/hierarchy1"/>
    <dgm:cxn modelId="{7C76CD19-C22F-4737-BB60-6D555153C652}" type="presOf" srcId="{A1F22CE2-07FB-4FA0-A708-090876DA78F7}" destId="{45D13F4A-2736-405A-A744-3E02FD8F0650}" srcOrd="0" destOrd="0" presId="urn:microsoft.com/office/officeart/2005/8/layout/hierarchy1"/>
    <dgm:cxn modelId="{19A91522-0B21-4995-B9CA-2025F41CBCBA}" type="presOf" srcId="{B93A23B0-7C0E-4DA4-B3FF-1BEE3894BD67}" destId="{65027D78-F973-4C24-98B3-E4B42CAEBEDB}" srcOrd="0" destOrd="0" presId="urn:microsoft.com/office/officeart/2005/8/layout/hierarchy1"/>
    <dgm:cxn modelId="{1FDE7F2D-2609-4173-81BC-FB2C09DC2E98}" srcId="{7BE72E14-2D70-479C-B804-F073FAFE4DDB}" destId="{B93A23B0-7C0E-4DA4-B3FF-1BEE3894BD67}" srcOrd="0" destOrd="0" parTransId="{9738B315-A5C9-4F2C-8B4D-33A7AA6EC875}" sibTransId="{2ED1B26C-DEDE-4AEF-9B0E-ABC70DBDCC84}"/>
    <dgm:cxn modelId="{5459102E-7476-448A-96D6-E3215E92E46A}" srcId="{29B9376A-EC35-4B4B-87D3-5E50FBCA9063}" destId="{7BE72E14-2D70-479C-B804-F073FAFE4DDB}" srcOrd="3" destOrd="0" parTransId="{9D129582-38DA-4DDF-87D9-E21AE6AF8F80}" sibTransId="{9F60ECD9-06CA-447B-8CD5-7EDA54310738}"/>
    <dgm:cxn modelId="{784D9A34-28F4-40B4-A5EE-32C2CF7D1928}" srcId="{340A61BA-6AED-4475-9ACC-B386FA7CF001}" destId="{6D4C3C50-045E-4473-8760-48ECA750D9C1}" srcOrd="0" destOrd="0" parTransId="{E11AB8EA-52C6-42CC-AC80-BEFA1604DED9}" sibTransId="{8BD4EB3F-2AA8-4B4F-A1EF-05894316A422}"/>
    <dgm:cxn modelId="{67440844-CD7B-4C7C-9C1A-C3EB73914109}" type="presOf" srcId="{1F481592-C57C-44AE-90CE-7D1DF64E559B}" destId="{D3502B03-8AC3-4341-9B8B-C28C866BEDD2}" srcOrd="0" destOrd="0" presId="urn:microsoft.com/office/officeart/2005/8/layout/hierarchy1"/>
    <dgm:cxn modelId="{99E76D4D-668B-4E71-A495-06016909130C}" srcId="{E78A490C-5A4C-49EF-8747-88185C7BD8EB}" destId="{FDE4DF3F-462A-42D8-9752-B961CB70987E}" srcOrd="0" destOrd="0" parTransId="{372CE777-1960-484B-8BEC-15D307BE8514}" sibTransId="{A73F9F6D-7EDB-4C4E-A795-B58083DC9301}"/>
    <dgm:cxn modelId="{BC4A6171-0D2B-41B2-9565-2EA1C4425F29}" type="presOf" srcId="{FAA83967-5550-462B-96EC-630EC49AC5A5}" destId="{A722DE0F-DC6A-42D7-90AB-44CECADF2260}" srcOrd="0" destOrd="0" presId="urn:microsoft.com/office/officeart/2005/8/layout/hierarchy1"/>
    <dgm:cxn modelId="{7A88F257-6D87-4EF5-B00F-C56CB5FF9D28}" type="presOf" srcId="{138EF4F2-2EFC-40B0-854D-5CDCA9EE72CD}" destId="{500B8380-E26E-4CBC-909A-18E97459E3C8}" srcOrd="0" destOrd="0" presId="urn:microsoft.com/office/officeart/2005/8/layout/hierarchy1"/>
    <dgm:cxn modelId="{6DEE4E7E-01FC-4BC1-9A5B-17B114C66BAF}" type="presOf" srcId="{372CE777-1960-484B-8BEC-15D307BE8514}" destId="{2C62AFFF-3629-4B55-932F-AFAFCBD47057}" srcOrd="0" destOrd="0" presId="urn:microsoft.com/office/officeart/2005/8/layout/hierarchy1"/>
    <dgm:cxn modelId="{1C63AA8C-E410-4D35-BE99-CA5D4E7993E0}" type="presOf" srcId="{E929EAFB-DD32-40E3-9272-B6BBF3063A5E}" destId="{1681CFAC-C9B0-4AE7-A4D7-583C15D55827}" srcOrd="0" destOrd="0" presId="urn:microsoft.com/office/officeart/2005/8/layout/hierarchy1"/>
    <dgm:cxn modelId="{304523A7-1EDF-4590-8EAC-E01753848EF8}" type="presOf" srcId="{E78A490C-5A4C-49EF-8747-88185C7BD8EB}" destId="{246C661B-FA9C-4C2B-9AE5-29D1A44917BA}" srcOrd="0" destOrd="0" presId="urn:microsoft.com/office/officeart/2005/8/layout/hierarchy1"/>
    <dgm:cxn modelId="{795EABB1-0235-4BA9-94CB-EF08BC99EDA0}" srcId="{138EF4F2-2EFC-40B0-854D-5CDCA9EE72CD}" destId="{A1F22CE2-07FB-4FA0-A708-090876DA78F7}" srcOrd="0" destOrd="0" parTransId="{E929EAFB-DD32-40E3-9272-B6BBF3063A5E}" sibTransId="{30FC8A1A-1A90-46F4-880F-5956E21C3960}"/>
    <dgm:cxn modelId="{4ED437B2-EEA6-40AF-BC9B-693B8B647577}" type="presOf" srcId="{340A61BA-6AED-4475-9ACC-B386FA7CF001}" destId="{3EF8C666-21D5-4CB8-BC78-31822FEE47E8}" srcOrd="0" destOrd="0" presId="urn:microsoft.com/office/officeart/2005/8/layout/hierarchy1"/>
    <dgm:cxn modelId="{540D54B4-33A6-4254-A627-C9E214B39BE8}" type="presOf" srcId="{6D4C3C50-045E-4473-8760-48ECA750D9C1}" destId="{81DB68E5-646C-47F8-90E1-9FBE1D03DAD8}" srcOrd="0" destOrd="0" presId="urn:microsoft.com/office/officeart/2005/8/layout/hierarchy1"/>
    <dgm:cxn modelId="{8CA620BF-A1C9-4DB7-A74A-9A0ACD9587F3}" srcId="{7E4C9D2C-32FF-4B4C-9AE4-C687F1097E2A}" destId="{29B9376A-EC35-4B4B-87D3-5E50FBCA9063}" srcOrd="0" destOrd="0" parTransId="{FAC34154-F3AA-4BA2-97C5-B508CD1D2786}" sibTransId="{CB146A3B-243F-4116-9570-657ACBC11F6F}"/>
    <dgm:cxn modelId="{D7E15DC5-EFAD-46A5-A35F-1999689DF270}" type="presOf" srcId="{34A9D453-CD50-40C1-82F6-428DAC7E7D75}" destId="{10E0873A-DBFF-4E0B-AD9C-94BE39783E31}" srcOrd="0" destOrd="0" presId="urn:microsoft.com/office/officeart/2005/8/layout/hierarchy1"/>
    <dgm:cxn modelId="{606A32C7-71DA-40A1-9F2D-7BAD143A2560}" srcId="{29B9376A-EC35-4B4B-87D3-5E50FBCA9063}" destId="{340A61BA-6AED-4475-9ACC-B386FA7CF001}" srcOrd="2" destOrd="0" parTransId="{FAA83967-5550-462B-96EC-630EC49AC5A5}" sibTransId="{B160502C-66E2-41E9-BAD2-AA2218E84B56}"/>
    <dgm:cxn modelId="{418E19D5-1EBF-4977-BBE1-26647C5F28AE}" srcId="{29B9376A-EC35-4B4B-87D3-5E50FBCA9063}" destId="{E78A490C-5A4C-49EF-8747-88185C7BD8EB}" srcOrd="1" destOrd="0" parTransId="{34A9D453-CD50-40C1-82F6-428DAC7E7D75}" sibTransId="{96652066-1F61-45C4-AEC7-CC9F07AE0584}"/>
    <dgm:cxn modelId="{AD4A97DD-FCA2-4245-AE6D-CC35B97F9069}" type="presOf" srcId="{7BE72E14-2D70-479C-B804-F073FAFE4DDB}" destId="{00004D27-5513-4950-9425-C250D3977DE4}" srcOrd="0" destOrd="0" presId="urn:microsoft.com/office/officeart/2005/8/layout/hierarchy1"/>
    <dgm:cxn modelId="{310C05E9-AFA2-4D8C-9593-A4F143574B4C}" type="presOf" srcId="{7E4C9D2C-32FF-4B4C-9AE4-C687F1097E2A}" destId="{515C8F53-49D6-4E38-A725-57AF63CF529F}" srcOrd="0" destOrd="0" presId="urn:microsoft.com/office/officeart/2005/8/layout/hierarchy1"/>
    <dgm:cxn modelId="{973DAAF1-9504-4316-8B7D-6D425B407AD9}" type="presOf" srcId="{9D129582-38DA-4DDF-87D9-E21AE6AF8F80}" destId="{0BFBA866-C417-40D2-9902-DC2E4E8A3FF6}" srcOrd="0" destOrd="0" presId="urn:microsoft.com/office/officeart/2005/8/layout/hierarchy1"/>
    <dgm:cxn modelId="{70A7365C-E845-49EA-944D-25427E34C0B7}" type="presParOf" srcId="{515C8F53-49D6-4E38-A725-57AF63CF529F}" destId="{D3B83535-984F-4298-9344-308C6A96C3EF}" srcOrd="0" destOrd="0" presId="urn:microsoft.com/office/officeart/2005/8/layout/hierarchy1"/>
    <dgm:cxn modelId="{9C011592-4741-4844-BBF4-61D0D1A819E8}" type="presParOf" srcId="{D3B83535-984F-4298-9344-308C6A96C3EF}" destId="{4E67D9EA-1F0C-4917-BF1A-101CDFB1F0FE}" srcOrd="0" destOrd="0" presId="urn:microsoft.com/office/officeart/2005/8/layout/hierarchy1"/>
    <dgm:cxn modelId="{4AC2F950-765D-45FE-8834-6FC54B079D86}" type="presParOf" srcId="{4E67D9EA-1F0C-4917-BF1A-101CDFB1F0FE}" destId="{68919EA5-0B19-4D97-A56D-3CF08E9B51CA}" srcOrd="0" destOrd="0" presId="urn:microsoft.com/office/officeart/2005/8/layout/hierarchy1"/>
    <dgm:cxn modelId="{EE7CB289-F27B-4799-839B-9F651D64AA0E}" type="presParOf" srcId="{4E67D9EA-1F0C-4917-BF1A-101CDFB1F0FE}" destId="{E77FBCC4-8EC1-475E-B6B9-EF701A139C30}" srcOrd="1" destOrd="0" presId="urn:microsoft.com/office/officeart/2005/8/layout/hierarchy1"/>
    <dgm:cxn modelId="{63F9F9F5-93C2-4C0F-9799-ED68CBC11FE8}" type="presParOf" srcId="{D3B83535-984F-4298-9344-308C6A96C3EF}" destId="{AFD1CA4A-9349-460F-8A71-61335DCDAA8B}" srcOrd="1" destOrd="0" presId="urn:microsoft.com/office/officeart/2005/8/layout/hierarchy1"/>
    <dgm:cxn modelId="{C1213B60-930A-4172-BF03-25E8D411EDF8}" type="presParOf" srcId="{AFD1CA4A-9349-460F-8A71-61335DCDAA8B}" destId="{D3502B03-8AC3-4341-9B8B-C28C866BEDD2}" srcOrd="0" destOrd="0" presId="urn:microsoft.com/office/officeart/2005/8/layout/hierarchy1"/>
    <dgm:cxn modelId="{C9DCDC5D-3F16-4922-8D18-11F6516F5475}" type="presParOf" srcId="{AFD1CA4A-9349-460F-8A71-61335DCDAA8B}" destId="{AF5CEAC6-3F1E-4873-A093-6360BB1B8012}" srcOrd="1" destOrd="0" presId="urn:microsoft.com/office/officeart/2005/8/layout/hierarchy1"/>
    <dgm:cxn modelId="{0C4BA9FC-F074-4DE2-92F2-EBD5AC53FD51}" type="presParOf" srcId="{AF5CEAC6-3F1E-4873-A093-6360BB1B8012}" destId="{B3DE09AB-18B1-4A45-9626-2342A1D834E8}" srcOrd="0" destOrd="0" presId="urn:microsoft.com/office/officeart/2005/8/layout/hierarchy1"/>
    <dgm:cxn modelId="{C10018B2-39E6-499E-94A9-2FB526844D8A}" type="presParOf" srcId="{B3DE09AB-18B1-4A45-9626-2342A1D834E8}" destId="{6C73D8A9-E04D-4E67-ACC8-B47ECFCF2928}" srcOrd="0" destOrd="0" presId="urn:microsoft.com/office/officeart/2005/8/layout/hierarchy1"/>
    <dgm:cxn modelId="{73BEF30E-46A2-4C0E-876F-5DF371DE40A3}" type="presParOf" srcId="{B3DE09AB-18B1-4A45-9626-2342A1D834E8}" destId="{500B8380-E26E-4CBC-909A-18E97459E3C8}" srcOrd="1" destOrd="0" presId="urn:microsoft.com/office/officeart/2005/8/layout/hierarchy1"/>
    <dgm:cxn modelId="{8D5FC658-92AA-48B6-B9B0-7B549ED2DB83}" type="presParOf" srcId="{AF5CEAC6-3F1E-4873-A093-6360BB1B8012}" destId="{2D1AED16-D93F-4B5C-81EE-5F786594CC9E}" srcOrd="1" destOrd="0" presId="urn:microsoft.com/office/officeart/2005/8/layout/hierarchy1"/>
    <dgm:cxn modelId="{C63D36BD-B851-44C6-9D1D-33094F21A61E}" type="presParOf" srcId="{2D1AED16-D93F-4B5C-81EE-5F786594CC9E}" destId="{1681CFAC-C9B0-4AE7-A4D7-583C15D55827}" srcOrd="0" destOrd="0" presId="urn:microsoft.com/office/officeart/2005/8/layout/hierarchy1"/>
    <dgm:cxn modelId="{B29A57F6-2806-4ED6-9645-7AAB97441284}" type="presParOf" srcId="{2D1AED16-D93F-4B5C-81EE-5F786594CC9E}" destId="{8C10D8CD-5305-480D-8F26-20211468DDC1}" srcOrd="1" destOrd="0" presId="urn:microsoft.com/office/officeart/2005/8/layout/hierarchy1"/>
    <dgm:cxn modelId="{0C5B6343-8672-4E7C-8165-D653C701BD1B}" type="presParOf" srcId="{8C10D8CD-5305-480D-8F26-20211468DDC1}" destId="{93313553-C1FA-4B24-8F3F-99AA2212AA8F}" srcOrd="0" destOrd="0" presId="urn:microsoft.com/office/officeart/2005/8/layout/hierarchy1"/>
    <dgm:cxn modelId="{DA1D717A-E521-4C9E-B148-13735918E7BA}" type="presParOf" srcId="{93313553-C1FA-4B24-8F3F-99AA2212AA8F}" destId="{8CD26C2E-6906-4548-B08B-F2EF8B214D4B}" srcOrd="0" destOrd="0" presId="urn:microsoft.com/office/officeart/2005/8/layout/hierarchy1"/>
    <dgm:cxn modelId="{7F36FECD-F405-4E66-B109-B689921BAF61}" type="presParOf" srcId="{93313553-C1FA-4B24-8F3F-99AA2212AA8F}" destId="{45D13F4A-2736-405A-A744-3E02FD8F0650}" srcOrd="1" destOrd="0" presId="urn:microsoft.com/office/officeart/2005/8/layout/hierarchy1"/>
    <dgm:cxn modelId="{1C260C7C-3375-4B38-95B3-4370AB149C6E}" type="presParOf" srcId="{8C10D8CD-5305-480D-8F26-20211468DDC1}" destId="{3A558EBE-D228-4F73-83D1-6F66497A8533}" srcOrd="1" destOrd="0" presId="urn:microsoft.com/office/officeart/2005/8/layout/hierarchy1"/>
    <dgm:cxn modelId="{F92C3659-4476-49CB-97A8-88A87AB971BD}" type="presParOf" srcId="{AFD1CA4A-9349-460F-8A71-61335DCDAA8B}" destId="{10E0873A-DBFF-4E0B-AD9C-94BE39783E31}" srcOrd="2" destOrd="0" presId="urn:microsoft.com/office/officeart/2005/8/layout/hierarchy1"/>
    <dgm:cxn modelId="{4EC0D48E-8073-49E0-917C-694AB08B4F37}" type="presParOf" srcId="{AFD1CA4A-9349-460F-8A71-61335DCDAA8B}" destId="{0171739D-D270-4943-8D34-AF3BA9D83228}" srcOrd="3" destOrd="0" presId="urn:microsoft.com/office/officeart/2005/8/layout/hierarchy1"/>
    <dgm:cxn modelId="{22810E37-7574-4334-95F5-5780F7999871}" type="presParOf" srcId="{0171739D-D270-4943-8D34-AF3BA9D83228}" destId="{4C6C30DE-B894-480A-B45C-F5D074FFA086}" srcOrd="0" destOrd="0" presId="urn:microsoft.com/office/officeart/2005/8/layout/hierarchy1"/>
    <dgm:cxn modelId="{5E31E9A9-273F-44AB-A5EC-59238A5503CD}" type="presParOf" srcId="{4C6C30DE-B894-480A-B45C-F5D074FFA086}" destId="{8A3A7E71-0769-4C9D-913C-63CFC924E448}" srcOrd="0" destOrd="0" presId="urn:microsoft.com/office/officeart/2005/8/layout/hierarchy1"/>
    <dgm:cxn modelId="{C06D64DD-C388-45CA-ACC4-DB2AFBD176E9}" type="presParOf" srcId="{4C6C30DE-B894-480A-B45C-F5D074FFA086}" destId="{246C661B-FA9C-4C2B-9AE5-29D1A44917BA}" srcOrd="1" destOrd="0" presId="urn:microsoft.com/office/officeart/2005/8/layout/hierarchy1"/>
    <dgm:cxn modelId="{9F40B1CE-432C-4BA8-AF31-55DF53347C17}" type="presParOf" srcId="{0171739D-D270-4943-8D34-AF3BA9D83228}" destId="{4E10F028-5F59-40DF-907C-BF677DEA4830}" srcOrd="1" destOrd="0" presId="urn:microsoft.com/office/officeart/2005/8/layout/hierarchy1"/>
    <dgm:cxn modelId="{33314495-9C26-4698-B531-D808A2493369}" type="presParOf" srcId="{4E10F028-5F59-40DF-907C-BF677DEA4830}" destId="{2C62AFFF-3629-4B55-932F-AFAFCBD47057}" srcOrd="0" destOrd="0" presId="urn:microsoft.com/office/officeart/2005/8/layout/hierarchy1"/>
    <dgm:cxn modelId="{BB4718B3-B0A1-4B2E-AC97-A26E5C1B5A06}" type="presParOf" srcId="{4E10F028-5F59-40DF-907C-BF677DEA4830}" destId="{13010A22-8326-40F5-AA18-705CC401ACB6}" srcOrd="1" destOrd="0" presId="urn:microsoft.com/office/officeart/2005/8/layout/hierarchy1"/>
    <dgm:cxn modelId="{FF92A10B-D36E-4F24-8E47-AD435759CD37}" type="presParOf" srcId="{13010A22-8326-40F5-AA18-705CC401ACB6}" destId="{98C09AED-D15E-44DE-BCBB-B74247628D6C}" srcOrd="0" destOrd="0" presId="urn:microsoft.com/office/officeart/2005/8/layout/hierarchy1"/>
    <dgm:cxn modelId="{2F501103-18BA-40C1-B467-2311FA761E2E}" type="presParOf" srcId="{98C09AED-D15E-44DE-BCBB-B74247628D6C}" destId="{B0FAEE6B-F006-4BBE-A011-7B5808E0E353}" srcOrd="0" destOrd="0" presId="urn:microsoft.com/office/officeart/2005/8/layout/hierarchy1"/>
    <dgm:cxn modelId="{A006365A-E3BD-4805-B779-CC7FB7C42B28}" type="presParOf" srcId="{98C09AED-D15E-44DE-BCBB-B74247628D6C}" destId="{179D857C-40AB-41E8-B392-0DCA6ED466C5}" srcOrd="1" destOrd="0" presId="urn:microsoft.com/office/officeart/2005/8/layout/hierarchy1"/>
    <dgm:cxn modelId="{A67A63F7-7CE3-405E-AC00-C08984395F20}" type="presParOf" srcId="{13010A22-8326-40F5-AA18-705CC401ACB6}" destId="{55B12171-9887-4BA4-9C93-AC9C253B3E5C}" srcOrd="1" destOrd="0" presId="urn:microsoft.com/office/officeart/2005/8/layout/hierarchy1"/>
    <dgm:cxn modelId="{A5A11515-5FE7-4163-A0FC-4BBCAF1F2AAE}" type="presParOf" srcId="{AFD1CA4A-9349-460F-8A71-61335DCDAA8B}" destId="{A722DE0F-DC6A-42D7-90AB-44CECADF2260}" srcOrd="4" destOrd="0" presId="urn:microsoft.com/office/officeart/2005/8/layout/hierarchy1"/>
    <dgm:cxn modelId="{5B2C8A9C-A5E7-4290-9D73-F76AF2AE0BF6}" type="presParOf" srcId="{AFD1CA4A-9349-460F-8A71-61335DCDAA8B}" destId="{55CB0518-F0E0-4140-9256-B2031D12EF1D}" srcOrd="5" destOrd="0" presId="urn:microsoft.com/office/officeart/2005/8/layout/hierarchy1"/>
    <dgm:cxn modelId="{7F26F79D-AF61-4507-9435-28D0D2DC8A7F}" type="presParOf" srcId="{55CB0518-F0E0-4140-9256-B2031D12EF1D}" destId="{3593FFF5-D967-4745-9643-3385FB5E00B4}" srcOrd="0" destOrd="0" presId="urn:microsoft.com/office/officeart/2005/8/layout/hierarchy1"/>
    <dgm:cxn modelId="{543863B0-DE03-4292-9C66-90F9B29E7CFD}" type="presParOf" srcId="{3593FFF5-D967-4745-9643-3385FB5E00B4}" destId="{50A522EA-3C39-4C19-9612-4D8A309C39B8}" srcOrd="0" destOrd="0" presId="urn:microsoft.com/office/officeart/2005/8/layout/hierarchy1"/>
    <dgm:cxn modelId="{EC8BE9DD-85E1-4003-A1E9-8FED4689B5AE}" type="presParOf" srcId="{3593FFF5-D967-4745-9643-3385FB5E00B4}" destId="{3EF8C666-21D5-4CB8-BC78-31822FEE47E8}" srcOrd="1" destOrd="0" presId="urn:microsoft.com/office/officeart/2005/8/layout/hierarchy1"/>
    <dgm:cxn modelId="{02056E7E-8317-4483-9CEE-6C6EABA6E1EA}" type="presParOf" srcId="{55CB0518-F0E0-4140-9256-B2031D12EF1D}" destId="{4C4AC0EF-347A-4810-9BA8-CBC6DE2B7220}" srcOrd="1" destOrd="0" presId="urn:microsoft.com/office/officeart/2005/8/layout/hierarchy1"/>
    <dgm:cxn modelId="{6D78901D-1D4B-41C3-8C8A-FCA917CBAE79}" type="presParOf" srcId="{4C4AC0EF-347A-4810-9BA8-CBC6DE2B7220}" destId="{B3558BCE-E1B6-49CC-87A6-C336CCD67C8B}" srcOrd="0" destOrd="0" presId="urn:microsoft.com/office/officeart/2005/8/layout/hierarchy1"/>
    <dgm:cxn modelId="{A9EB0DD4-77B3-44D1-BA25-235C307C5FC0}" type="presParOf" srcId="{4C4AC0EF-347A-4810-9BA8-CBC6DE2B7220}" destId="{7E80FC24-AB72-43F1-9F04-B18F4D4185A2}" srcOrd="1" destOrd="0" presId="urn:microsoft.com/office/officeart/2005/8/layout/hierarchy1"/>
    <dgm:cxn modelId="{6BF92FBB-645F-4FA9-9938-173EE313FC39}" type="presParOf" srcId="{7E80FC24-AB72-43F1-9F04-B18F4D4185A2}" destId="{6E9FD54A-A8A9-45AA-8ACC-552D07F9B924}" srcOrd="0" destOrd="0" presId="urn:microsoft.com/office/officeart/2005/8/layout/hierarchy1"/>
    <dgm:cxn modelId="{1DB754E5-188E-4D8E-9485-B7AF7C40BBC7}" type="presParOf" srcId="{6E9FD54A-A8A9-45AA-8ACC-552D07F9B924}" destId="{43B9523E-BFFF-4D7A-BDB3-30C755EB6894}" srcOrd="0" destOrd="0" presId="urn:microsoft.com/office/officeart/2005/8/layout/hierarchy1"/>
    <dgm:cxn modelId="{BC3D8798-6CED-4893-A2EC-BA4C2FAD4A75}" type="presParOf" srcId="{6E9FD54A-A8A9-45AA-8ACC-552D07F9B924}" destId="{81DB68E5-646C-47F8-90E1-9FBE1D03DAD8}" srcOrd="1" destOrd="0" presId="urn:microsoft.com/office/officeart/2005/8/layout/hierarchy1"/>
    <dgm:cxn modelId="{52F47C0F-93B9-45E8-816F-E23F730D06F5}" type="presParOf" srcId="{7E80FC24-AB72-43F1-9F04-B18F4D4185A2}" destId="{49F68F05-7B52-4FCA-B8A2-773D2564EEEE}" srcOrd="1" destOrd="0" presId="urn:microsoft.com/office/officeart/2005/8/layout/hierarchy1"/>
    <dgm:cxn modelId="{9241C7E3-EA45-4218-B058-257DB478B10F}" type="presParOf" srcId="{AFD1CA4A-9349-460F-8A71-61335DCDAA8B}" destId="{0BFBA866-C417-40D2-9902-DC2E4E8A3FF6}" srcOrd="6" destOrd="0" presId="urn:microsoft.com/office/officeart/2005/8/layout/hierarchy1"/>
    <dgm:cxn modelId="{DB774B22-FCA7-4C59-8B2E-8C69B7EB7EDE}" type="presParOf" srcId="{AFD1CA4A-9349-460F-8A71-61335DCDAA8B}" destId="{E3258C96-F00A-4856-9BE3-2F7C670A773A}" srcOrd="7" destOrd="0" presId="urn:microsoft.com/office/officeart/2005/8/layout/hierarchy1"/>
    <dgm:cxn modelId="{8D6E86E5-2045-4666-9FB5-93964C0B398A}" type="presParOf" srcId="{E3258C96-F00A-4856-9BE3-2F7C670A773A}" destId="{F5A8131D-AB88-4DBA-9248-5ACA2F69DEFD}" srcOrd="0" destOrd="0" presId="urn:microsoft.com/office/officeart/2005/8/layout/hierarchy1"/>
    <dgm:cxn modelId="{C7BB2A64-FF85-4FFE-A69B-4B4FF44BDA81}" type="presParOf" srcId="{F5A8131D-AB88-4DBA-9248-5ACA2F69DEFD}" destId="{83783981-30CF-43DA-9137-E17A6BC2C246}" srcOrd="0" destOrd="0" presId="urn:microsoft.com/office/officeart/2005/8/layout/hierarchy1"/>
    <dgm:cxn modelId="{32F1B63E-6465-4B4B-912C-4E691B5CB4C8}" type="presParOf" srcId="{F5A8131D-AB88-4DBA-9248-5ACA2F69DEFD}" destId="{00004D27-5513-4950-9425-C250D3977DE4}" srcOrd="1" destOrd="0" presId="urn:microsoft.com/office/officeart/2005/8/layout/hierarchy1"/>
    <dgm:cxn modelId="{B55C3E7F-7AED-450C-8840-BE299FD8DBD0}" type="presParOf" srcId="{E3258C96-F00A-4856-9BE3-2F7C670A773A}" destId="{FA03724C-D383-4BE0-A728-75A0F654DB13}" srcOrd="1" destOrd="0" presId="urn:microsoft.com/office/officeart/2005/8/layout/hierarchy1"/>
    <dgm:cxn modelId="{3FF0EF29-2DE1-4077-9492-0A117F6F101E}" type="presParOf" srcId="{FA03724C-D383-4BE0-A728-75A0F654DB13}" destId="{09F1EB53-4E40-4DF0-BD25-97A66A785470}" srcOrd="0" destOrd="0" presId="urn:microsoft.com/office/officeart/2005/8/layout/hierarchy1"/>
    <dgm:cxn modelId="{41B8B8FC-471D-4E6F-8CF0-BF5067E160AB}" type="presParOf" srcId="{FA03724C-D383-4BE0-A728-75A0F654DB13}" destId="{65E79F23-2DD6-464F-A388-823548A80A4E}" srcOrd="1" destOrd="0" presId="urn:microsoft.com/office/officeart/2005/8/layout/hierarchy1"/>
    <dgm:cxn modelId="{4C08E611-5947-4ECB-9A55-402CB1CBF66C}" type="presParOf" srcId="{65E79F23-2DD6-464F-A388-823548A80A4E}" destId="{28FF021F-A565-420D-9563-831243FBD400}" srcOrd="0" destOrd="0" presId="urn:microsoft.com/office/officeart/2005/8/layout/hierarchy1"/>
    <dgm:cxn modelId="{FC86D6F1-E65D-4F9C-B3FD-F8B572C8A41A}" type="presParOf" srcId="{28FF021F-A565-420D-9563-831243FBD400}" destId="{BA581C83-C22E-4891-BF95-58B62FC7ED67}" srcOrd="0" destOrd="0" presId="urn:microsoft.com/office/officeart/2005/8/layout/hierarchy1"/>
    <dgm:cxn modelId="{703EC3DC-F38C-4358-A073-2154E666F495}" type="presParOf" srcId="{28FF021F-A565-420D-9563-831243FBD400}" destId="{65027D78-F973-4C24-98B3-E4B42CAEBEDB}" srcOrd="1" destOrd="0" presId="urn:microsoft.com/office/officeart/2005/8/layout/hierarchy1"/>
    <dgm:cxn modelId="{F33950A9-A128-43B7-9D49-3D17FE9CA9F2}" type="presParOf" srcId="{65E79F23-2DD6-464F-A388-823548A80A4E}" destId="{1542E6BA-2013-416C-A39F-45BDDAF88979}" srcOrd="1" destOrd="0" presId="urn:microsoft.com/office/officeart/2005/8/layout/hierarchy1"/>
  </dgm:cxnLst>
  <dgm:bg>
    <a:noFill/>
    <a:effectLst>
      <a:glow rad="127000">
        <a:schemeClr val="accent1">
          <a:alpha val="52000"/>
        </a:schemeClr>
      </a:glow>
    </a:effect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D707878-694A-487E-A518-DF6DC3A715F7}"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73491FBB-11E3-4FBC-B442-EB3E80E40EAA}">
      <dgm:prSet/>
      <dgm:spPr/>
      <dgm:t>
        <a:bodyPr/>
        <a:lstStyle/>
        <a:p>
          <a:r>
            <a:rPr lang="en-US"/>
            <a:t>68 patients with histological grading</a:t>
          </a:r>
        </a:p>
      </dgm:t>
    </dgm:pt>
    <dgm:pt modelId="{5D18FC99-FDF9-4179-B5C6-E64C60D8716F}" type="parTrans" cxnId="{9D55C508-0B3E-42A4-A534-936DAAA0E5C3}">
      <dgm:prSet/>
      <dgm:spPr/>
      <dgm:t>
        <a:bodyPr/>
        <a:lstStyle/>
        <a:p>
          <a:endParaRPr lang="en-US"/>
        </a:p>
      </dgm:t>
    </dgm:pt>
    <dgm:pt modelId="{9664C2A7-B5ED-485F-BF3D-47C78DC354AC}" type="sibTrans" cxnId="{9D55C508-0B3E-42A4-A534-936DAAA0E5C3}">
      <dgm:prSet/>
      <dgm:spPr/>
      <dgm:t>
        <a:bodyPr/>
        <a:lstStyle/>
        <a:p>
          <a:endParaRPr lang="en-US"/>
        </a:p>
      </dgm:t>
    </dgm:pt>
    <dgm:pt modelId="{260D9E81-E44E-4A3C-A01B-FF109DA48930}">
      <dgm:prSet/>
      <dgm:spPr/>
      <dgm:t>
        <a:bodyPr/>
        <a:lstStyle/>
        <a:p>
          <a:r>
            <a:rPr lang="en-US" dirty="0"/>
            <a:t>21 energy levels (40 keV, 45 keV, … 120 keV)</a:t>
          </a:r>
        </a:p>
      </dgm:t>
    </dgm:pt>
    <dgm:pt modelId="{7CE3868F-3DB0-43B3-8B38-E9461182BE2A}" type="parTrans" cxnId="{84C86345-5994-49E3-8455-DA85822257A0}">
      <dgm:prSet/>
      <dgm:spPr/>
      <dgm:t>
        <a:bodyPr/>
        <a:lstStyle/>
        <a:p>
          <a:endParaRPr lang="en-US"/>
        </a:p>
      </dgm:t>
    </dgm:pt>
    <dgm:pt modelId="{A47DC8FD-79A6-4BFE-B0B9-46465524373A}" type="sibTrans" cxnId="{84C86345-5994-49E3-8455-DA85822257A0}">
      <dgm:prSet/>
      <dgm:spPr/>
      <dgm:t>
        <a:bodyPr/>
        <a:lstStyle/>
        <a:p>
          <a:endParaRPr lang="en-US"/>
        </a:p>
      </dgm:t>
    </dgm:pt>
    <dgm:pt modelId="{39D6B459-7E4D-42CB-8550-D7BB81FC00C2}">
      <dgm:prSet/>
      <dgm:spPr/>
      <dgm:t>
        <a:bodyPr/>
        <a:lstStyle/>
        <a:p>
          <a:r>
            <a:rPr lang="en-US"/>
            <a:t>4019 Radiomic Features</a:t>
          </a:r>
        </a:p>
      </dgm:t>
    </dgm:pt>
    <dgm:pt modelId="{77572BF3-9B2C-42B4-A309-95C61188A486}" type="parTrans" cxnId="{34C4633A-9023-49C6-BB17-907DAC087AA3}">
      <dgm:prSet/>
      <dgm:spPr/>
      <dgm:t>
        <a:bodyPr/>
        <a:lstStyle/>
        <a:p>
          <a:endParaRPr lang="en-US"/>
        </a:p>
      </dgm:t>
    </dgm:pt>
    <dgm:pt modelId="{425DDB1E-7798-41DE-A0FE-D1F50D51CD85}" type="sibTrans" cxnId="{34C4633A-9023-49C6-BB17-907DAC087AA3}">
      <dgm:prSet/>
      <dgm:spPr/>
      <dgm:t>
        <a:bodyPr/>
        <a:lstStyle/>
        <a:p>
          <a:endParaRPr lang="en-US"/>
        </a:p>
      </dgm:t>
    </dgm:pt>
    <dgm:pt modelId="{7F5FB83C-6220-492A-81EE-AFE18FAD7F0F}">
      <dgm:prSet/>
      <dgm:spPr/>
      <dgm:t>
        <a:bodyPr/>
        <a:lstStyle/>
        <a:p>
          <a:r>
            <a:rPr lang="en-US"/>
            <a:t>Data dimension: Batch size x 21 x 4019</a:t>
          </a:r>
        </a:p>
      </dgm:t>
    </dgm:pt>
    <dgm:pt modelId="{35BB9E9A-966D-4D3F-B19F-0DA5FC759E4D}" type="parTrans" cxnId="{091EFDCC-E83A-4750-9923-B5955677C9F0}">
      <dgm:prSet/>
      <dgm:spPr/>
      <dgm:t>
        <a:bodyPr/>
        <a:lstStyle/>
        <a:p>
          <a:endParaRPr lang="en-US"/>
        </a:p>
      </dgm:t>
    </dgm:pt>
    <dgm:pt modelId="{8BDB5B6B-A654-473F-9B88-01C3C26E0C0F}" type="sibTrans" cxnId="{091EFDCC-E83A-4750-9923-B5955677C9F0}">
      <dgm:prSet/>
      <dgm:spPr/>
      <dgm:t>
        <a:bodyPr/>
        <a:lstStyle/>
        <a:p>
          <a:endParaRPr lang="en-US"/>
        </a:p>
      </dgm:t>
    </dgm:pt>
    <dgm:pt modelId="{86773BD3-C1BA-49BF-8223-0AA13AD4463D}" type="pres">
      <dgm:prSet presAssocID="{4D707878-694A-487E-A518-DF6DC3A715F7}" presName="CompostProcess" presStyleCnt="0">
        <dgm:presLayoutVars>
          <dgm:dir/>
          <dgm:resizeHandles val="exact"/>
        </dgm:presLayoutVars>
      </dgm:prSet>
      <dgm:spPr/>
    </dgm:pt>
    <dgm:pt modelId="{8AA039CE-1B41-48E4-A9A1-6A9A5C4412C8}" type="pres">
      <dgm:prSet presAssocID="{4D707878-694A-487E-A518-DF6DC3A715F7}" presName="arrow" presStyleLbl="bgShp" presStyleIdx="0" presStyleCnt="1"/>
      <dgm:spPr/>
    </dgm:pt>
    <dgm:pt modelId="{E349AB14-A63F-47E4-AF6F-0051C1591CE8}" type="pres">
      <dgm:prSet presAssocID="{4D707878-694A-487E-A518-DF6DC3A715F7}" presName="linearProcess" presStyleCnt="0"/>
      <dgm:spPr/>
    </dgm:pt>
    <dgm:pt modelId="{6B83B4B8-4E53-47A5-BC2B-E8821DADE1AF}" type="pres">
      <dgm:prSet presAssocID="{73491FBB-11E3-4FBC-B442-EB3E80E40EAA}" presName="textNode" presStyleLbl="node1" presStyleIdx="0" presStyleCnt="4">
        <dgm:presLayoutVars>
          <dgm:bulletEnabled val="1"/>
        </dgm:presLayoutVars>
      </dgm:prSet>
      <dgm:spPr/>
    </dgm:pt>
    <dgm:pt modelId="{A89E68BB-69AC-46DB-B1C7-3594CAD5678C}" type="pres">
      <dgm:prSet presAssocID="{9664C2A7-B5ED-485F-BF3D-47C78DC354AC}" presName="sibTrans" presStyleCnt="0"/>
      <dgm:spPr/>
    </dgm:pt>
    <dgm:pt modelId="{856783C4-960D-43C2-81C1-D552D16C0C15}" type="pres">
      <dgm:prSet presAssocID="{260D9E81-E44E-4A3C-A01B-FF109DA48930}" presName="textNode" presStyleLbl="node1" presStyleIdx="1" presStyleCnt="4">
        <dgm:presLayoutVars>
          <dgm:bulletEnabled val="1"/>
        </dgm:presLayoutVars>
      </dgm:prSet>
      <dgm:spPr/>
    </dgm:pt>
    <dgm:pt modelId="{6F3025F1-5690-4DD3-B007-BC133DD70CA5}" type="pres">
      <dgm:prSet presAssocID="{A47DC8FD-79A6-4BFE-B0B9-46465524373A}" presName="sibTrans" presStyleCnt="0"/>
      <dgm:spPr/>
    </dgm:pt>
    <dgm:pt modelId="{507B159B-09DF-4C74-B1E4-BF4882118B45}" type="pres">
      <dgm:prSet presAssocID="{39D6B459-7E4D-42CB-8550-D7BB81FC00C2}" presName="textNode" presStyleLbl="node1" presStyleIdx="2" presStyleCnt="4">
        <dgm:presLayoutVars>
          <dgm:bulletEnabled val="1"/>
        </dgm:presLayoutVars>
      </dgm:prSet>
      <dgm:spPr/>
    </dgm:pt>
    <dgm:pt modelId="{CA812576-6649-4F1C-B51A-9A1A8EE72212}" type="pres">
      <dgm:prSet presAssocID="{425DDB1E-7798-41DE-A0FE-D1F50D51CD85}" presName="sibTrans" presStyleCnt="0"/>
      <dgm:spPr/>
    </dgm:pt>
    <dgm:pt modelId="{7E260873-3A29-4C47-BEF5-BB10794C31E6}" type="pres">
      <dgm:prSet presAssocID="{7F5FB83C-6220-492A-81EE-AFE18FAD7F0F}" presName="textNode" presStyleLbl="node1" presStyleIdx="3" presStyleCnt="4">
        <dgm:presLayoutVars>
          <dgm:bulletEnabled val="1"/>
        </dgm:presLayoutVars>
      </dgm:prSet>
      <dgm:spPr/>
    </dgm:pt>
  </dgm:ptLst>
  <dgm:cxnLst>
    <dgm:cxn modelId="{9D55C508-0B3E-42A4-A534-936DAAA0E5C3}" srcId="{4D707878-694A-487E-A518-DF6DC3A715F7}" destId="{73491FBB-11E3-4FBC-B442-EB3E80E40EAA}" srcOrd="0" destOrd="0" parTransId="{5D18FC99-FDF9-4179-B5C6-E64C60D8716F}" sibTransId="{9664C2A7-B5ED-485F-BF3D-47C78DC354AC}"/>
    <dgm:cxn modelId="{A2118709-13F2-484E-92CB-D5D32FBCBE96}" type="presOf" srcId="{260D9E81-E44E-4A3C-A01B-FF109DA48930}" destId="{856783C4-960D-43C2-81C1-D552D16C0C15}" srcOrd="0" destOrd="0" presId="urn:microsoft.com/office/officeart/2005/8/layout/hProcess9"/>
    <dgm:cxn modelId="{34C4633A-9023-49C6-BB17-907DAC087AA3}" srcId="{4D707878-694A-487E-A518-DF6DC3A715F7}" destId="{39D6B459-7E4D-42CB-8550-D7BB81FC00C2}" srcOrd="2" destOrd="0" parTransId="{77572BF3-9B2C-42B4-A309-95C61188A486}" sibTransId="{425DDB1E-7798-41DE-A0FE-D1F50D51CD85}"/>
    <dgm:cxn modelId="{84C86345-5994-49E3-8455-DA85822257A0}" srcId="{4D707878-694A-487E-A518-DF6DC3A715F7}" destId="{260D9E81-E44E-4A3C-A01B-FF109DA48930}" srcOrd="1" destOrd="0" parTransId="{7CE3868F-3DB0-43B3-8B38-E9461182BE2A}" sibTransId="{A47DC8FD-79A6-4BFE-B0B9-46465524373A}"/>
    <dgm:cxn modelId="{7848A47D-9A4F-4D96-BD30-89B954144E98}" type="presOf" srcId="{7F5FB83C-6220-492A-81EE-AFE18FAD7F0F}" destId="{7E260873-3A29-4C47-BEF5-BB10794C31E6}" srcOrd="0" destOrd="0" presId="urn:microsoft.com/office/officeart/2005/8/layout/hProcess9"/>
    <dgm:cxn modelId="{05DD9782-C51F-4D94-8532-6927EE30D81A}" type="presOf" srcId="{4D707878-694A-487E-A518-DF6DC3A715F7}" destId="{86773BD3-C1BA-49BF-8223-0AA13AD4463D}" srcOrd="0" destOrd="0" presId="urn:microsoft.com/office/officeart/2005/8/layout/hProcess9"/>
    <dgm:cxn modelId="{265FD6BC-0CE0-4261-9C05-C43941B5B876}" type="presOf" srcId="{39D6B459-7E4D-42CB-8550-D7BB81FC00C2}" destId="{507B159B-09DF-4C74-B1E4-BF4882118B45}" srcOrd="0" destOrd="0" presId="urn:microsoft.com/office/officeart/2005/8/layout/hProcess9"/>
    <dgm:cxn modelId="{091EFDCC-E83A-4750-9923-B5955677C9F0}" srcId="{4D707878-694A-487E-A518-DF6DC3A715F7}" destId="{7F5FB83C-6220-492A-81EE-AFE18FAD7F0F}" srcOrd="3" destOrd="0" parTransId="{35BB9E9A-966D-4D3F-B19F-0DA5FC759E4D}" sibTransId="{8BDB5B6B-A654-473F-9B88-01C3C26E0C0F}"/>
    <dgm:cxn modelId="{EF3F4FDB-43BD-41B1-B2E5-1578C15A78DB}" type="presOf" srcId="{73491FBB-11E3-4FBC-B442-EB3E80E40EAA}" destId="{6B83B4B8-4E53-47A5-BC2B-E8821DADE1AF}" srcOrd="0" destOrd="0" presId="urn:microsoft.com/office/officeart/2005/8/layout/hProcess9"/>
    <dgm:cxn modelId="{C8EF844F-E612-488C-AF38-FCCE63A0B2AA}" type="presParOf" srcId="{86773BD3-C1BA-49BF-8223-0AA13AD4463D}" destId="{8AA039CE-1B41-48E4-A9A1-6A9A5C4412C8}" srcOrd="0" destOrd="0" presId="urn:microsoft.com/office/officeart/2005/8/layout/hProcess9"/>
    <dgm:cxn modelId="{001666A4-03DD-4C09-927A-EDE555379F20}" type="presParOf" srcId="{86773BD3-C1BA-49BF-8223-0AA13AD4463D}" destId="{E349AB14-A63F-47E4-AF6F-0051C1591CE8}" srcOrd="1" destOrd="0" presId="urn:microsoft.com/office/officeart/2005/8/layout/hProcess9"/>
    <dgm:cxn modelId="{4CC2C010-E0D7-4A43-B1B8-3391892BC40C}" type="presParOf" srcId="{E349AB14-A63F-47E4-AF6F-0051C1591CE8}" destId="{6B83B4B8-4E53-47A5-BC2B-E8821DADE1AF}" srcOrd="0" destOrd="0" presId="urn:microsoft.com/office/officeart/2005/8/layout/hProcess9"/>
    <dgm:cxn modelId="{D4C11E34-6E61-4657-B2D1-F9F8451B7E5E}" type="presParOf" srcId="{E349AB14-A63F-47E4-AF6F-0051C1591CE8}" destId="{A89E68BB-69AC-46DB-B1C7-3594CAD5678C}" srcOrd="1" destOrd="0" presId="urn:microsoft.com/office/officeart/2005/8/layout/hProcess9"/>
    <dgm:cxn modelId="{FE680466-588D-4108-AC81-9DFF382E5865}" type="presParOf" srcId="{E349AB14-A63F-47E4-AF6F-0051C1591CE8}" destId="{856783C4-960D-43C2-81C1-D552D16C0C15}" srcOrd="2" destOrd="0" presId="urn:microsoft.com/office/officeart/2005/8/layout/hProcess9"/>
    <dgm:cxn modelId="{DDE71FF9-5D66-4749-B36D-25B9967833E9}" type="presParOf" srcId="{E349AB14-A63F-47E4-AF6F-0051C1591CE8}" destId="{6F3025F1-5690-4DD3-B007-BC133DD70CA5}" srcOrd="3" destOrd="0" presId="urn:microsoft.com/office/officeart/2005/8/layout/hProcess9"/>
    <dgm:cxn modelId="{650B4228-A55C-4482-93E9-E0795ECE1905}" type="presParOf" srcId="{E349AB14-A63F-47E4-AF6F-0051C1591CE8}" destId="{507B159B-09DF-4C74-B1E4-BF4882118B45}" srcOrd="4" destOrd="0" presId="urn:microsoft.com/office/officeart/2005/8/layout/hProcess9"/>
    <dgm:cxn modelId="{F70B6395-38D5-49FA-812D-55CF983552A1}" type="presParOf" srcId="{E349AB14-A63F-47E4-AF6F-0051C1591CE8}" destId="{CA812576-6649-4F1C-B51A-9A1A8EE72212}" srcOrd="5" destOrd="0" presId="urn:microsoft.com/office/officeart/2005/8/layout/hProcess9"/>
    <dgm:cxn modelId="{20ED39C2-D0F3-4C82-90E3-A0EAC1789824}" type="presParOf" srcId="{E349AB14-A63F-47E4-AF6F-0051C1591CE8}" destId="{7E260873-3A29-4C47-BEF5-BB10794C31E6}"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1E24F4-6515-4D3A-A9B7-C7C5DEF4698A}"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9BBE4550-5379-418D-9ACB-C58DF8277A0B}">
      <dgm:prSet/>
      <dgm:spPr/>
      <dgm:t>
        <a:bodyPr/>
        <a:lstStyle/>
        <a:p>
          <a:r>
            <a:rPr lang="en-US" dirty="0">
              <a:latin typeface="Times New Roman" panose="02020603050405020304" pitchFamily="18" charset="0"/>
              <a:cs typeface="Times New Roman" panose="02020603050405020304" pitchFamily="18" charset="0"/>
            </a:rPr>
            <a:t>Single energy level Data(68x4019)</a:t>
          </a:r>
        </a:p>
      </dgm:t>
    </dgm:pt>
    <dgm:pt modelId="{5DD41138-20C3-4152-AF72-D49786AB5D41}" type="parTrans" cxnId="{49B045F5-72C8-4C51-8519-7FABA67F4939}">
      <dgm:prSet/>
      <dgm:spPr/>
      <dgm:t>
        <a:bodyPr/>
        <a:lstStyle/>
        <a:p>
          <a:endParaRPr lang="en-US"/>
        </a:p>
      </dgm:t>
    </dgm:pt>
    <dgm:pt modelId="{B36EB573-49DE-4734-B4A4-3437924B5235}" type="sibTrans" cxnId="{49B045F5-72C8-4C51-8519-7FABA67F4939}">
      <dgm:prSet/>
      <dgm:spPr/>
      <dgm:t>
        <a:bodyPr/>
        <a:lstStyle/>
        <a:p>
          <a:endParaRPr lang="en-US"/>
        </a:p>
      </dgm:t>
    </dgm:pt>
    <dgm:pt modelId="{D5B3CD5F-1183-43E4-9E3C-43CB632DB538}">
      <dgm:prSet/>
      <dgm:spPr/>
      <dgm:t>
        <a:bodyPr/>
        <a:lstStyle/>
        <a:p>
          <a:r>
            <a:rPr lang="en-US" dirty="0">
              <a:latin typeface="Times New Roman" panose="02020603050405020304" pitchFamily="18" charset="0"/>
              <a:cs typeface="Times New Roman" panose="02020603050405020304" pitchFamily="18" charset="0"/>
            </a:rPr>
            <a:t>Feature selection via Principal Component Analysis (PCA)</a:t>
          </a:r>
        </a:p>
      </dgm:t>
    </dgm:pt>
    <dgm:pt modelId="{1767BD67-78E2-42AF-9E70-02597FB679A4}" type="parTrans" cxnId="{27EA15CA-A8E2-4B52-BF9F-1EA3B81B6F7F}">
      <dgm:prSet/>
      <dgm:spPr/>
      <dgm:t>
        <a:bodyPr/>
        <a:lstStyle/>
        <a:p>
          <a:endParaRPr lang="en-US"/>
        </a:p>
      </dgm:t>
    </dgm:pt>
    <dgm:pt modelId="{443EBD12-CDD7-4403-9785-6797142B82C9}" type="sibTrans" cxnId="{27EA15CA-A8E2-4B52-BF9F-1EA3B81B6F7F}">
      <dgm:prSet/>
      <dgm:spPr/>
      <dgm:t>
        <a:bodyPr/>
        <a:lstStyle/>
        <a:p>
          <a:endParaRPr lang="en-US"/>
        </a:p>
      </dgm:t>
    </dgm:pt>
    <dgm:pt modelId="{C6AC4DC9-BCFC-4A0A-882A-E2F5EA3B4DCE}">
      <dgm:prSet/>
      <dgm:spPr/>
      <dgm:t>
        <a:bodyPr/>
        <a:lstStyle/>
        <a:p>
          <a:r>
            <a:rPr lang="en-US" dirty="0">
              <a:latin typeface="Times New Roman" panose="02020603050405020304" pitchFamily="18" charset="0"/>
              <a:cs typeface="Times New Roman" panose="02020603050405020304" pitchFamily="18" charset="0"/>
            </a:rPr>
            <a:t>Data with Reduced Dimensionality</a:t>
          </a:r>
        </a:p>
      </dgm:t>
    </dgm:pt>
    <dgm:pt modelId="{D830D77B-FBB1-447C-ADA9-ECAA1EF25DD1}" type="parTrans" cxnId="{38524720-6C6B-4DBD-A0EE-40B29E728C1B}">
      <dgm:prSet/>
      <dgm:spPr/>
      <dgm:t>
        <a:bodyPr/>
        <a:lstStyle/>
        <a:p>
          <a:endParaRPr lang="en-US"/>
        </a:p>
      </dgm:t>
    </dgm:pt>
    <dgm:pt modelId="{36095F9C-A06E-4AEE-8A95-024E08A2C7E5}" type="sibTrans" cxnId="{38524720-6C6B-4DBD-A0EE-40B29E728C1B}">
      <dgm:prSet/>
      <dgm:spPr/>
      <dgm:t>
        <a:bodyPr/>
        <a:lstStyle/>
        <a:p>
          <a:endParaRPr lang="en-US"/>
        </a:p>
      </dgm:t>
    </dgm:pt>
    <dgm:pt modelId="{511951D9-C935-4323-84C0-2C541A981867}">
      <dgm:prSet/>
      <dgm:spPr/>
      <dgm:t>
        <a:bodyPr/>
        <a:lstStyle/>
        <a:p>
          <a:r>
            <a:rPr lang="en-US" dirty="0">
              <a:latin typeface="Times New Roman" panose="02020603050405020304" pitchFamily="18" charset="0"/>
              <a:cs typeface="Times New Roman" panose="02020603050405020304" pitchFamily="18" charset="0"/>
            </a:rPr>
            <a:t>Multilayer Perceptron  </a:t>
          </a:r>
        </a:p>
      </dgm:t>
    </dgm:pt>
    <dgm:pt modelId="{54687E8F-688A-4097-B228-52AD52B313BB}" type="parTrans" cxnId="{2ABDDF23-C24B-457E-A8C5-8B9560A84AF3}">
      <dgm:prSet/>
      <dgm:spPr/>
      <dgm:t>
        <a:bodyPr/>
        <a:lstStyle/>
        <a:p>
          <a:endParaRPr lang="en-US"/>
        </a:p>
      </dgm:t>
    </dgm:pt>
    <dgm:pt modelId="{505F5E32-D1D2-4D8B-B519-1E31DD26E0F0}" type="sibTrans" cxnId="{2ABDDF23-C24B-457E-A8C5-8B9560A84AF3}">
      <dgm:prSet/>
      <dgm:spPr/>
      <dgm:t>
        <a:bodyPr/>
        <a:lstStyle/>
        <a:p>
          <a:endParaRPr lang="en-US"/>
        </a:p>
      </dgm:t>
    </dgm:pt>
    <dgm:pt modelId="{BB85F820-8D9D-4F08-AAC9-98542375C0C7}" type="pres">
      <dgm:prSet presAssocID="{EB1E24F4-6515-4D3A-A9B7-C7C5DEF4698A}" presName="Name0" presStyleCnt="0">
        <dgm:presLayoutVars>
          <dgm:dir/>
          <dgm:resizeHandles val="exact"/>
        </dgm:presLayoutVars>
      </dgm:prSet>
      <dgm:spPr/>
    </dgm:pt>
    <dgm:pt modelId="{2CB866D0-A0A6-4836-97F1-74658E016622}" type="pres">
      <dgm:prSet presAssocID="{EB1E24F4-6515-4D3A-A9B7-C7C5DEF4698A}" presName="arrow" presStyleLbl="bgShp" presStyleIdx="0" presStyleCnt="1"/>
      <dgm:spPr>
        <a:gradFill rotWithShape="0">
          <a:gsLst>
            <a:gs pos="0">
              <a:schemeClr val="accent6"/>
            </a:gs>
            <a:gs pos="100000">
              <a:schemeClr val="accent1">
                <a:hueOff val="0"/>
                <a:satOff val="0"/>
                <a:lumOff val="0"/>
                <a:alphaOff val="0"/>
                <a:lumMod val="105000"/>
                <a:satMod val="109000"/>
                <a:tint val="81000"/>
              </a:schemeClr>
            </a:gs>
          </a:gsLst>
          <a:lin ang="5400000" scaled="0"/>
        </a:gradFill>
      </dgm:spPr>
    </dgm:pt>
    <dgm:pt modelId="{06B2A7D3-93B1-41DD-86CF-5B92C38ECCFC}" type="pres">
      <dgm:prSet presAssocID="{EB1E24F4-6515-4D3A-A9B7-C7C5DEF4698A}" presName="points" presStyleCnt="0"/>
      <dgm:spPr/>
    </dgm:pt>
    <dgm:pt modelId="{40892F0C-83A7-4CEC-A803-287A439279E1}" type="pres">
      <dgm:prSet presAssocID="{9BBE4550-5379-418D-9ACB-C58DF8277A0B}" presName="compositeA" presStyleCnt="0"/>
      <dgm:spPr/>
    </dgm:pt>
    <dgm:pt modelId="{1B8103B4-AEB0-459F-A163-9DBEC6D78BD4}" type="pres">
      <dgm:prSet presAssocID="{9BBE4550-5379-418D-9ACB-C58DF8277A0B}" presName="textA" presStyleLbl="revTx" presStyleIdx="0" presStyleCnt="4">
        <dgm:presLayoutVars>
          <dgm:bulletEnabled val="1"/>
        </dgm:presLayoutVars>
      </dgm:prSet>
      <dgm:spPr/>
    </dgm:pt>
    <dgm:pt modelId="{58948323-EAA2-4578-B749-FBC321DEDA07}" type="pres">
      <dgm:prSet presAssocID="{9BBE4550-5379-418D-9ACB-C58DF8277A0B}" presName="circleA" presStyleLbl="node1" presStyleIdx="0" presStyleCnt="4"/>
      <dgm:spPr>
        <a:solidFill>
          <a:schemeClr val="accent2">
            <a:lumMod val="75000"/>
          </a:schemeClr>
        </a:solidFill>
      </dgm:spPr>
    </dgm:pt>
    <dgm:pt modelId="{C04DF01E-1914-4F33-859C-85909A8AE9F2}" type="pres">
      <dgm:prSet presAssocID="{9BBE4550-5379-418D-9ACB-C58DF8277A0B}" presName="spaceA" presStyleCnt="0"/>
      <dgm:spPr/>
    </dgm:pt>
    <dgm:pt modelId="{877F14DF-611F-4549-8C9E-701E6FA92D6E}" type="pres">
      <dgm:prSet presAssocID="{B36EB573-49DE-4734-B4A4-3437924B5235}" presName="space" presStyleCnt="0"/>
      <dgm:spPr/>
    </dgm:pt>
    <dgm:pt modelId="{C668D714-2CED-479F-8FC5-C0EDA0902B2B}" type="pres">
      <dgm:prSet presAssocID="{D5B3CD5F-1183-43E4-9E3C-43CB632DB538}" presName="compositeB" presStyleCnt="0"/>
      <dgm:spPr/>
    </dgm:pt>
    <dgm:pt modelId="{60FFE081-CCC3-488A-BA8A-6573669CFB7A}" type="pres">
      <dgm:prSet presAssocID="{D5B3CD5F-1183-43E4-9E3C-43CB632DB538}" presName="textB" presStyleLbl="revTx" presStyleIdx="1" presStyleCnt="4">
        <dgm:presLayoutVars>
          <dgm:bulletEnabled val="1"/>
        </dgm:presLayoutVars>
      </dgm:prSet>
      <dgm:spPr/>
    </dgm:pt>
    <dgm:pt modelId="{FB2C45B9-F02F-4D4E-A847-860046D879CF}" type="pres">
      <dgm:prSet presAssocID="{D5B3CD5F-1183-43E4-9E3C-43CB632DB538}" presName="circleB" presStyleLbl="node1" presStyleIdx="1" presStyleCnt="4"/>
      <dgm:spPr/>
    </dgm:pt>
    <dgm:pt modelId="{180A1CEF-6F2A-4439-8309-8193D52F8A52}" type="pres">
      <dgm:prSet presAssocID="{D5B3CD5F-1183-43E4-9E3C-43CB632DB538}" presName="spaceB" presStyleCnt="0"/>
      <dgm:spPr/>
    </dgm:pt>
    <dgm:pt modelId="{B62B8995-F7FB-48F7-8501-C43CCC1D5079}" type="pres">
      <dgm:prSet presAssocID="{443EBD12-CDD7-4403-9785-6797142B82C9}" presName="space" presStyleCnt="0"/>
      <dgm:spPr/>
    </dgm:pt>
    <dgm:pt modelId="{DD56EE23-6562-4F46-98B4-0F230A650EA2}" type="pres">
      <dgm:prSet presAssocID="{C6AC4DC9-BCFC-4A0A-882A-E2F5EA3B4DCE}" presName="compositeA" presStyleCnt="0"/>
      <dgm:spPr/>
    </dgm:pt>
    <dgm:pt modelId="{A362EBF8-ABFF-4783-9EE8-0397D2D609C0}" type="pres">
      <dgm:prSet presAssocID="{C6AC4DC9-BCFC-4A0A-882A-E2F5EA3B4DCE}" presName="textA" presStyleLbl="revTx" presStyleIdx="2" presStyleCnt="4">
        <dgm:presLayoutVars>
          <dgm:bulletEnabled val="1"/>
        </dgm:presLayoutVars>
      </dgm:prSet>
      <dgm:spPr/>
    </dgm:pt>
    <dgm:pt modelId="{09757958-EFDD-4EB0-98D5-908530C96B6A}" type="pres">
      <dgm:prSet presAssocID="{C6AC4DC9-BCFC-4A0A-882A-E2F5EA3B4DCE}" presName="circleA" presStyleLbl="node1" presStyleIdx="2" presStyleCnt="4"/>
      <dgm:spPr>
        <a:solidFill>
          <a:srgbClr val="FF0000"/>
        </a:solidFill>
      </dgm:spPr>
    </dgm:pt>
    <dgm:pt modelId="{C72183B5-56AB-448A-AC1D-1A581BEB6843}" type="pres">
      <dgm:prSet presAssocID="{C6AC4DC9-BCFC-4A0A-882A-E2F5EA3B4DCE}" presName="spaceA" presStyleCnt="0"/>
      <dgm:spPr/>
    </dgm:pt>
    <dgm:pt modelId="{EF7BFFB8-D462-4D6E-A9DC-B4C778B6A719}" type="pres">
      <dgm:prSet presAssocID="{36095F9C-A06E-4AEE-8A95-024E08A2C7E5}" presName="space" presStyleCnt="0"/>
      <dgm:spPr/>
    </dgm:pt>
    <dgm:pt modelId="{618F0196-1843-4CB4-9C61-3E6ADFB566EB}" type="pres">
      <dgm:prSet presAssocID="{511951D9-C935-4323-84C0-2C541A981867}" presName="compositeB" presStyleCnt="0"/>
      <dgm:spPr/>
    </dgm:pt>
    <dgm:pt modelId="{578D4270-A566-4DDB-BA56-90FEA3805125}" type="pres">
      <dgm:prSet presAssocID="{511951D9-C935-4323-84C0-2C541A981867}" presName="textB" presStyleLbl="revTx" presStyleIdx="3" presStyleCnt="4">
        <dgm:presLayoutVars>
          <dgm:bulletEnabled val="1"/>
        </dgm:presLayoutVars>
      </dgm:prSet>
      <dgm:spPr/>
    </dgm:pt>
    <dgm:pt modelId="{AC7720E9-D504-47EF-9AE0-B80FEE717EA4}" type="pres">
      <dgm:prSet presAssocID="{511951D9-C935-4323-84C0-2C541A981867}" presName="circleB" presStyleLbl="node1" presStyleIdx="3" presStyleCnt="4"/>
      <dgm:spPr>
        <a:solidFill>
          <a:schemeClr val="accent1">
            <a:lumMod val="50000"/>
          </a:schemeClr>
        </a:solidFill>
      </dgm:spPr>
    </dgm:pt>
    <dgm:pt modelId="{70817798-4E7B-44FE-B1B4-0A93A7B3FF87}" type="pres">
      <dgm:prSet presAssocID="{511951D9-C935-4323-84C0-2C541A981867}" presName="spaceB" presStyleCnt="0"/>
      <dgm:spPr/>
    </dgm:pt>
  </dgm:ptLst>
  <dgm:cxnLst>
    <dgm:cxn modelId="{38524720-6C6B-4DBD-A0EE-40B29E728C1B}" srcId="{EB1E24F4-6515-4D3A-A9B7-C7C5DEF4698A}" destId="{C6AC4DC9-BCFC-4A0A-882A-E2F5EA3B4DCE}" srcOrd="2" destOrd="0" parTransId="{D830D77B-FBB1-447C-ADA9-ECAA1EF25DD1}" sibTransId="{36095F9C-A06E-4AEE-8A95-024E08A2C7E5}"/>
    <dgm:cxn modelId="{2ABDDF23-C24B-457E-A8C5-8B9560A84AF3}" srcId="{EB1E24F4-6515-4D3A-A9B7-C7C5DEF4698A}" destId="{511951D9-C935-4323-84C0-2C541A981867}" srcOrd="3" destOrd="0" parTransId="{54687E8F-688A-4097-B228-52AD52B313BB}" sibTransId="{505F5E32-D1D2-4D8B-B519-1E31DD26E0F0}"/>
    <dgm:cxn modelId="{04194047-D282-4021-A77D-476DD09550B2}" type="presOf" srcId="{511951D9-C935-4323-84C0-2C541A981867}" destId="{578D4270-A566-4DDB-BA56-90FEA3805125}" srcOrd="0" destOrd="0" presId="urn:microsoft.com/office/officeart/2005/8/layout/hProcess11"/>
    <dgm:cxn modelId="{27EA15CA-A8E2-4B52-BF9F-1EA3B81B6F7F}" srcId="{EB1E24F4-6515-4D3A-A9B7-C7C5DEF4698A}" destId="{D5B3CD5F-1183-43E4-9E3C-43CB632DB538}" srcOrd="1" destOrd="0" parTransId="{1767BD67-78E2-42AF-9E70-02597FB679A4}" sibTransId="{443EBD12-CDD7-4403-9785-6797142B82C9}"/>
    <dgm:cxn modelId="{4AFD2CD8-19A6-416B-B035-7C33F27BCCE5}" type="presOf" srcId="{9BBE4550-5379-418D-9ACB-C58DF8277A0B}" destId="{1B8103B4-AEB0-459F-A163-9DBEC6D78BD4}" srcOrd="0" destOrd="0" presId="urn:microsoft.com/office/officeart/2005/8/layout/hProcess11"/>
    <dgm:cxn modelId="{18CDEADB-FC21-4479-AFAE-93046B0A174E}" type="presOf" srcId="{D5B3CD5F-1183-43E4-9E3C-43CB632DB538}" destId="{60FFE081-CCC3-488A-BA8A-6573669CFB7A}" srcOrd="0" destOrd="0" presId="urn:microsoft.com/office/officeart/2005/8/layout/hProcess11"/>
    <dgm:cxn modelId="{ADD866E9-EA7F-436A-B15E-0084B3EEB51F}" type="presOf" srcId="{EB1E24F4-6515-4D3A-A9B7-C7C5DEF4698A}" destId="{BB85F820-8D9D-4F08-AAC9-98542375C0C7}" srcOrd="0" destOrd="0" presId="urn:microsoft.com/office/officeart/2005/8/layout/hProcess11"/>
    <dgm:cxn modelId="{8A1162F1-0D47-49CA-B048-22F61283502E}" type="presOf" srcId="{C6AC4DC9-BCFC-4A0A-882A-E2F5EA3B4DCE}" destId="{A362EBF8-ABFF-4783-9EE8-0397D2D609C0}" srcOrd="0" destOrd="0" presId="urn:microsoft.com/office/officeart/2005/8/layout/hProcess11"/>
    <dgm:cxn modelId="{49B045F5-72C8-4C51-8519-7FABA67F4939}" srcId="{EB1E24F4-6515-4D3A-A9B7-C7C5DEF4698A}" destId="{9BBE4550-5379-418D-9ACB-C58DF8277A0B}" srcOrd="0" destOrd="0" parTransId="{5DD41138-20C3-4152-AF72-D49786AB5D41}" sibTransId="{B36EB573-49DE-4734-B4A4-3437924B5235}"/>
    <dgm:cxn modelId="{093E443C-6809-4FB7-B0B6-658DE83A5442}" type="presParOf" srcId="{BB85F820-8D9D-4F08-AAC9-98542375C0C7}" destId="{2CB866D0-A0A6-4836-97F1-74658E016622}" srcOrd="0" destOrd="0" presId="urn:microsoft.com/office/officeart/2005/8/layout/hProcess11"/>
    <dgm:cxn modelId="{D81057C6-D0FE-4C2F-B70D-89121BD72F44}" type="presParOf" srcId="{BB85F820-8D9D-4F08-AAC9-98542375C0C7}" destId="{06B2A7D3-93B1-41DD-86CF-5B92C38ECCFC}" srcOrd="1" destOrd="0" presId="urn:microsoft.com/office/officeart/2005/8/layout/hProcess11"/>
    <dgm:cxn modelId="{4063A0D7-6637-4A97-996F-1E7D731BEAC2}" type="presParOf" srcId="{06B2A7D3-93B1-41DD-86CF-5B92C38ECCFC}" destId="{40892F0C-83A7-4CEC-A803-287A439279E1}" srcOrd="0" destOrd="0" presId="urn:microsoft.com/office/officeart/2005/8/layout/hProcess11"/>
    <dgm:cxn modelId="{BB3A3BEA-E3CA-4784-A701-94943CE91405}" type="presParOf" srcId="{40892F0C-83A7-4CEC-A803-287A439279E1}" destId="{1B8103B4-AEB0-459F-A163-9DBEC6D78BD4}" srcOrd="0" destOrd="0" presId="urn:microsoft.com/office/officeart/2005/8/layout/hProcess11"/>
    <dgm:cxn modelId="{45C214F5-58DE-49F5-BBA3-6E50F145E37B}" type="presParOf" srcId="{40892F0C-83A7-4CEC-A803-287A439279E1}" destId="{58948323-EAA2-4578-B749-FBC321DEDA07}" srcOrd="1" destOrd="0" presId="urn:microsoft.com/office/officeart/2005/8/layout/hProcess11"/>
    <dgm:cxn modelId="{CFB178CD-AFDF-40C6-AE53-4A6BF35B1C01}" type="presParOf" srcId="{40892F0C-83A7-4CEC-A803-287A439279E1}" destId="{C04DF01E-1914-4F33-859C-85909A8AE9F2}" srcOrd="2" destOrd="0" presId="urn:microsoft.com/office/officeart/2005/8/layout/hProcess11"/>
    <dgm:cxn modelId="{557DC548-364D-48DF-8F7B-691DF2317EF6}" type="presParOf" srcId="{06B2A7D3-93B1-41DD-86CF-5B92C38ECCFC}" destId="{877F14DF-611F-4549-8C9E-701E6FA92D6E}" srcOrd="1" destOrd="0" presId="urn:microsoft.com/office/officeart/2005/8/layout/hProcess11"/>
    <dgm:cxn modelId="{11E88AAE-42DD-4AAD-9724-9F4DF63E7B23}" type="presParOf" srcId="{06B2A7D3-93B1-41DD-86CF-5B92C38ECCFC}" destId="{C668D714-2CED-479F-8FC5-C0EDA0902B2B}" srcOrd="2" destOrd="0" presId="urn:microsoft.com/office/officeart/2005/8/layout/hProcess11"/>
    <dgm:cxn modelId="{EEECC1E5-C4C3-4764-8759-17E9CC6E4108}" type="presParOf" srcId="{C668D714-2CED-479F-8FC5-C0EDA0902B2B}" destId="{60FFE081-CCC3-488A-BA8A-6573669CFB7A}" srcOrd="0" destOrd="0" presId="urn:microsoft.com/office/officeart/2005/8/layout/hProcess11"/>
    <dgm:cxn modelId="{826001A0-350A-4A41-9532-2C55427E9392}" type="presParOf" srcId="{C668D714-2CED-479F-8FC5-C0EDA0902B2B}" destId="{FB2C45B9-F02F-4D4E-A847-860046D879CF}" srcOrd="1" destOrd="0" presId="urn:microsoft.com/office/officeart/2005/8/layout/hProcess11"/>
    <dgm:cxn modelId="{D9B345CD-6087-4115-8F97-38273CC1637A}" type="presParOf" srcId="{C668D714-2CED-479F-8FC5-C0EDA0902B2B}" destId="{180A1CEF-6F2A-4439-8309-8193D52F8A52}" srcOrd="2" destOrd="0" presId="urn:microsoft.com/office/officeart/2005/8/layout/hProcess11"/>
    <dgm:cxn modelId="{DACC1828-4AD0-40E1-91A7-3BDF15965D8B}" type="presParOf" srcId="{06B2A7D3-93B1-41DD-86CF-5B92C38ECCFC}" destId="{B62B8995-F7FB-48F7-8501-C43CCC1D5079}" srcOrd="3" destOrd="0" presId="urn:microsoft.com/office/officeart/2005/8/layout/hProcess11"/>
    <dgm:cxn modelId="{D0216102-2CDF-45FB-A794-356A3919FB6B}" type="presParOf" srcId="{06B2A7D3-93B1-41DD-86CF-5B92C38ECCFC}" destId="{DD56EE23-6562-4F46-98B4-0F230A650EA2}" srcOrd="4" destOrd="0" presId="urn:microsoft.com/office/officeart/2005/8/layout/hProcess11"/>
    <dgm:cxn modelId="{3774C8B3-F37E-4B0C-BAC6-B0C703CD29BB}" type="presParOf" srcId="{DD56EE23-6562-4F46-98B4-0F230A650EA2}" destId="{A362EBF8-ABFF-4783-9EE8-0397D2D609C0}" srcOrd="0" destOrd="0" presId="urn:microsoft.com/office/officeart/2005/8/layout/hProcess11"/>
    <dgm:cxn modelId="{567D6DEA-4B99-4D18-906A-14D49E469079}" type="presParOf" srcId="{DD56EE23-6562-4F46-98B4-0F230A650EA2}" destId="{09757958-EFDD-4EB0-98D5-908530C96B6A}" srcOrd="1" destOrd="0" presId="urn:microsoft.com/office/officeart/2005/8/layout/hProcess11"/>
    <dgm:cxn modelId="{2DA5D6FB-B196-4B00-8F2B-ADF87BC8A531}" type="presParOf" srcId="{DD56EE23-6562-4F46-98B4-0F230A650EA2}" destId="{C72183B5-56AB-448A-AC1D-1A581BEB6843}" srcOrd="2" destOrd="0" presId="urn:microsoft.com/office/officeart/2005/8/layout/hProcess11"/>
    <dgm:cxn modelId="{0F2C4B98-66E6-4085-934F-F349DBB9E910}" type="presParOf" srcId="{06B2A7D3-93B1-41DD-86CF-5B92C38ECCFC}" destId="{EF7BFFB8-D462-4D6E-A9DC-B4C778B6A719}" srcOrd="5" destOrd="0" presId="urn:microsoft.com/office/officeart/2005/8/layout/hProcess11"/>
    <dgm:cxn modelId="{CFAD0F4A-8CA2-4A50-9386-A3617DE7054D}" type="presParOf" srcId="{06B2A7D3-93B1-41DD-86CF-5B92C38ECCFC}" destId="{618F0196-1843-4CB4-9C61-3E6ADFB566EB}" srcOrd="6" destOrd="0" presId="urn:microsoft.com/office/officeart/2005/8/layout/hProcess11"/>
    <dgm:cxn modelId="{622DCC7D-1479-4A41-AC43-9495E17EF5D3}" type="presParOf" srcId="{618F0196-1843-4CB4-9C61-3E6ADFB566EB}" destId="{578D4270-A566-4DDB-BA56-90FEA3805125}" srcOrd="0" destOrd="0" presId="urn:microsoft.com/office/officeart/2005/8/layout/hProcess11"/>
    <dgm:cxn modelId="{3C9DEE0B-5EBE-4069-BD91-A7F3E99F3629}" type="presParOf" srcId="{618F0196-1843-4CB4-9C61-3E6ADFB566EB}" destId="{AC7720E9-D504-47EF-9AE0-B80FEE717EA4}" srcOrd="1" destOrd="0" presId="urn:microsoft.com/office/officeart/2005/8/layout/hProcess11"/>
    <dgm:cxn modelId="{BE2E7A36-54CD-4740-9E7A-2F4B4BFF8E26}" type="presParOf" srcId="{618F0196-1843-4CB4-9C61-3E6ADFB566EB}" destId="{70817798-4E7B-44FE-B1B4-0A93A7B3FF87}"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BF8CEF-4C0A-49F6-A3F2-9D6011B8DD27}" type="doc">
      <dgm:prSet loTypeId="urn:microsoft.com/office/officeart/2005/8/layout/process1" loCatId="process" qsTypeId="urn:microsoft.com/office/officeart/2005/8/quickstyle/3d1" qsCatId="3D" csTypeId="urn:microsoft.com/office/officeart/2005/8/colors/accent1_2" csCatId="accent1" phldr="1"/>
      <dgm:spPr/>
      <dgm:t>
        <a:bodyPr/>
        <a:lstStyle/>
        <a:p>
          <a:endParaRPr lang="en-US"/>
        </a:p>
      </dgm:t>
    </dgm:pt>
    <dgm:pt modelId="{82BC3821-5554-467B-AFD1-6BB058373A96}">
      <dgm:prSet/>
      <dgm:spPr>
        <a:solidFill>
          <a:schemeClr val="accent2">
            <a:lumMod val="60000"/>
            <a:lumOff val="40000"/>
          </a:schemeClr>
        </a:solidFill>
      </dgm:spPr>
      <dgm:t>
        <a:bodyPr/>
        <a:lstStyle/>
        <a:p>
          <a:r>
            <a:rPr lang="en-US" dirty="0"/>
            <a:t>Radiomic features</a:t>
          </a:r>
        </a:p>
      </dgm:t>
    </dgm:pt>
    <dgm:pt modelId="{02502A93-EC52-47BD-A7D4-6E775CB5B5C2}" type="parTrans" cxnId="{11743AAC-2417-4EAD-A78D-E8A788FD625F}">
      <dgm:prSet/>
      <dgm:spPr/>
      <dgm:t>
        <a:bodyPr/>
        <a:lstStyle/>
        <a:p>
          <a:endParaRPr lang="en-US"/>
        </a:p>
      </dgm:t>
    </dgm:pt>
    <dgm:pt modelId="{EE9B20A2-E49F-4E6E-9AA4-9E920F6660EB}" type="sibTrans" cxnId="{11743AAC-2417-4EAD-A78D-E8A788FD625F}">
      <dgm:prSet/>
      <dgm:spPr/>
      <dgm:t>
        <a:bodyPr/>
        <a:lstStyle/>
        <a:p>
          <a:endParaRPr lang="en-US"/>
        </a:p>
      </dgm:t>
    </dgm:pt>
    <dgm:pt modelId="{3BAC2924-D0E8-4F48-8F2C-763CE3288E32}">
      <dgm:prSet/>
      <dgm:spPr>
        <a:solidFill>
          <a:schemeClr val="accent1">
            <a:lumMod val="75000"/>
          </a:schemeClr>
        </a:solidFill>
      </dgm:spPr>
      <dgm:t>
        <a:bodyPr/>
        <a:lstStyle/>
        <a:p>
          <a:r>
            <a:rPr lang="en-US" dirty="0"/>
            <a:t>Principal Component Analysis (PCA)</a:t>
          </a:r>
        </a:p>
      </dgm:t>
    </dgm:pt>
    <dgm:pt modelId="{5D39C821-8231-4CF6-A808-AF675BD11E7B}" type="parTrans" cxnId="{9A3D7345-CD68-495B-BCFD-D367DBCD1F47}">
      <dgm:prSet/>
      <dgm:spPr/>
      <dgm:t>
        <a:bodyPr/>
        <a:lstStyle/>
        <a:p>
          <a:endParaRPr lang="en-US"/>
        </a:p>
      </dgm:t>
    </dgm:pt>
    <dgm:pt modelId="{D71FB13C-286F-4A11-830B-8BE4000B2B01}" type="sibTrans" cxnId="{9A3D7345-CD68-495B-BCFD-D367DBCD1F47}">
      <dgm:prSet/>
      <dgm:spPr/>
      <dgm:t>
        <a:bodyPr/>
        <a:lstStyle/>
        <a:p>
          <a:endParaRPr lang="en-US"/>
        </a:p>
      </dgm:t>
    </dgm:pt>
    <dgm:pt modelId="{6916AE2D-3977-4C18-A9AE-A9F4A7764F59}">
      <dgm:prSet/>
      <dgm:spPr>
        <a:solidFill>
          <a:srgbClr val="00B050"/>
        </a:solidFill>
      </dgm:spPr>
      <dgm:t>
        <a:bodyPr/>
        <a:lstStyle/>
        <a:p>
          <a:r>
            <a:rPr lang="en-US"/>
            <a:t>Selected Important Features</a:t>
          </a:r>
        </a:p>
      </dgm:t>
    </dgm:pt>
    <dgm:pt modelId="{F8146951-4ACA-4714-BE5F-520A7D72C156}" type="parTrans" cxnId="{6DF80D44-5165-4DE9-BE75-B925DDB714B2}">
      <dgm:prSet/>
      <dgm:spPr/>
      <dgm:t>
        <a:bodyPr/>
        <a:lstStyle/>
        <a:p>
          <a:endParaRPr lang="en-US"/>
        </a:p>
      </dgm:t>
    </dgm:pt>
    <dgm:pt modelId="{39939B74-81BB-4BC1-AA7B-9F2E782F2383}" type="sibTrans" cxnId="{6DF80D44-5165-4DE9-BE75-B925DDB714B2}">
      <dgm:prSet/>
      <dgm:spPr/>
      <dgm:t>
        <a:bodyPr/>
        <a:lstStyle/>
        <a:p>
          <a:endParaRPr lang="en-US"/>
        </a:p>
      </dgm:t>
    </dgm:pt>
    <dgm:pt modelId="{D34887ED-BB14-42E2-A4A1-E9992C26FA4C}">
      <dgm:prSet/>
      <dgm:spPr/>
      <dgm:t>
        <a:bodyPr/>
        <a:lstStyle/>
        <a:p>
          <a:r>
            <a:rPr lang="en-US"/>
            <a:t>Supervised Classifier (MLP)</a:t>
          </a:r>
        </a:p>
      </dgm:t>
    </dgm:pt>
    <dgm:pt modelId="{05C1779A-D1F9-45BA-B88B-3CBA4D721003}" type="parTrans" cxnId="{CCAD4167-8E50-45C3-B240-0CF534FC93DC}">
      <dgm:prSet/>
      <dgm:spPr/>
      <dgm:t>
        <a:bodyPr/>
        <a:lstStyle/>
        <a:p>
          <a:endParaRPr lang="en-US"/>
        </a:p>
      </dgm:t>
    </dgm:pt>
    <dgm:pt modelId="{9C0A108A-9911-4B13-85C1-484C543B893E}" type="sibTrans" cxnId="{CCAD4167-8E50-45C3-B240-0CF534FC93DC}">
      <dgm:prSet/>
      <dgm:spPr/>
      <dgm:t>
        <a:bodyPr/>
        <a:lstStyle/>
        <a:p>
          <a:endParaRPr lang="en-US"/>
        </a:p>
      </dgm:t>
    </dgm:pt>
    <dgm:pt modelId="{1143696C-6AC2-42C6-A6D6-B59B1E6F2FC9}" type="pres">
      <dgm:prSet presAssocID="{95BF8CEF-4C0A-49F6-A3F2-9D6011B8DD27}" presName="Name0" presStyleCnt="0">
        <dgm:presLayoutVars>
          <dgm:dir/>
          <dgm:resizeHandles val="exact"/>
        </dgm:presLayoutVars>
      </dgm:prSet>
      <dgm:spPr/>
    </dgm:pt>
    <dgm:pt modelId="{E4ED1F1E-C7A7-424F-A4D4-41FB7F1D204C}" type="pres">
      <dgm:prSet presAssocID="{82BC3821-5554-467B-AFD1-6BB058373A96}" presName="node" presStyleLbl="node1" presStyleIdx="0" presStyleCnt="4">
        <dgm:presLayoutVars>
          <dgm:bulletEnabled val="1"/>
        </dgm:presLayoutVars>
      </dgm:prSet>
      <dgm:spPr/>
    </dgm:pt>
    <dgm:pt modelId="{F9333D09-2680-463D-A627-165896321D8D}" type="pres">
      <dgm:prSet presAssocID="{EE9B20A2-E49F-4E6E-9AA4-9E920F6660EB}" presName="sibTrans" presStyleLbl="sibTrans2D1" presStyleIdx="0" presStyleCnt="3"/>
      <dgm:spPr/>
    </dgm:pt>
    <dgm:pt modelId="{E885913B-DFD1-4B9C-8C97-52696A7CA4ED}" type="pres">
      <dgm:prSet presAssocID="{EE9B20A2-E49F-4E6E-9AA4-9E920F6660EB}" presName="connectorText" presStyleLbl="sibTrans2D1" presStyleIdx="0" presStyleCnt="3"/>
      <dgm:spPr/>
    </dgm:pt>
    <dgm:pt modelId="{BBBEDB62-0D88-4FC8-9F71-01F8B959BE49}" type="pres">
      <dgm:prSet presAssocID="{3BAC2924-D0E8-4F48-8F2C-763CE3288E32}" presName="node" presStyleLbl="node1" presStyleIdx="1" presStyleCnt="4">
        <dgm:presLayoutVars>
          <dgm:bulletEnabled val="1"/>
        </dgm:presLayoutVars>
      </dgm:prSet>
      <dgm:spPr/>
    </dgm:pt>
    <dgm:pt modelId="{71C0E04B-3CEF-447F-AFD8-1DA8259303BC}" type="pres">
      <dgm:prSet presAssocID="{D71FB13C-286F-4A11-830B-8BE4000B2B01}" presName="sibTrans" presStyleLbl="sibTrans2D1" presStyleIdx="1" presStyleCnt="3"/>
      <dgm:spPr/>
    </dgm:pt>
    <dgm:pt modelId="{AFF4180B-F669-4248-8A7B-54483281E13A}" type="pres">
      <dgm:prSet presAssocID="{D71FB13C-286F-4A11-830B-8BE4000B2B01}" presName="connectorText" presStyleLbl="sibTrans2D1" presStyleIdx="1" presStyleCnt="3"/>
      <dgm:spPr/>
    </dgm:pt>
    <dgm:pt modelId="{7EEB18F2-92F3-4911-8A96-0C73901803A9}" type="pres">
      <dgm:prSet presAssocID="{6916AE2D-3977-4C18-A9AE-A9F4A7764F59}" presName="node" presStyleLbl="node1" presStyleIdx="2" presStyleCnt="4">
        <dgm:presLayoutVars>
          <dgm:bulletEnabled val="1"/>
        </dgm:presLayoutVars>
      </dgm:prSet>
      <dgm:spPr/>
    </dgm:pt>
    <dgm:pt modelId="{B5393AB5-993D-42E2-8B53-6481B63CF62A}" type="pres">
      <dgm:prSet presAssocID="{39939B74-81BB-4BC1-AA7B-9F2E782F2383}" presName="sibTrans" presStyleLbl="sibTrans2D1" presStyleIdx="2" presStyleCnt="3"/>
      <dgm:spPr/>
    </dgm:pt>
    <dgm:pt modelId="{36FBD83C-825E-4498-823F-A9BAF2CA2E5B}" type="pres">
      <dgm:prSet presAssocID="{39939B74-81BB-4BC1-AA7B-9F2E782F2383}" presName="connectorText" presStyleLbl="sibTrans2D1" presStyleIdx="2" presStyleCnt="3"/>
      <dgm:spPr/>
    </dgm:pt>
    <dgm:pt modelId="{3E672799-5E05-45C4-8584-94758FA4F005}" type="pres">
      <dgm:prSet presAssocID="{D34887ED-BB14-42E2-A4A1-E9992C26FA4C}" presName="node" presStyleLbl="node1" presStyleIdx="3" presStyleCnt="4">
        <dgm:presLayoutVars>
          <dgm:bulletEnabled val="1"/>
        </dgm:presLayoutVars>
      </dgm:prSet>
      <dgm:spPr/>
    </dgm:pt>
  </dgm:ptLst>
  <dgm:cxnLst>
    <dgm:cxn modelId="{71D97C00-DCF5-4867-BDE4-A48BFE2B57EA}" type="presOf" srcId="{EE9B20A2-E49F-4E6E-9AA4-9E920F6660EB}" destId="{F9333D09-2680-463D-A627-165896321D8D}" srcOrd="0" destOrd="0" presId="urn:microsoft.com/office/officeart/2005/8/layout/process1"/>
    <dgm:cxn modelId="{F13C8C24-B298-47BA-BEA8-AC083715B480}" type="presOf" srcId="{95BF8CEF-4C0A-49F6-A3F2-9D6011B8DD27}" destId="{1143696C-6AC2-42C6-A6D6-B59B1E6F2FC9}" srcOrd="0" destOrd="0" presId="urn:microsoft.com/office/officeart/2005/8/layout/process1"/>
    <dgm:cxn modelId="{8CA9382C-0EF5-4CB8-B1A6-B0124930C0B5}" type="presOf" srcId="{39939B74-81BB-4BC1-AA7B-9F2E782F2383}" destId="{36FBD83C-825E-4498-823F-A9BAF2CA2E5B}" srcOrd="1" destOrd="0" presId="urn:microsoft.com/office/officeart/2005/8/layout/process1"/>
    <dgm:cxn modelId="{6DF80D44-5165-4DE9-BE75-B925DDB714B2}" srcId="{95BF8CEF-4C0A-49F6-A3F2-9D6011B8DD27}" destId="{6916AE2D-3977-4C18-A9AE-A9F4A7764F59}" srcOrd="2" destOrd="0" parTransId="{F8146951-4ACA-4714-BE5F-520A7D72C156}" sibTransId="{39939B74-81BB-4BC1-AA7B-9F2E782F2383}"/>
    <dgm:cxn modelId="{1B501165-4064-4AF6-8693-91C46B9CFF2A}" type="presOf" srcId="{82BC3821-5554-467B-AFD1-6BB058373A96}" destId="{E4ED1F1E-C7A7-424F-A4D4-41FB7F1D204C}" srcOrd="0" destOrd="0" presId="urn:microsoft.com/office/officeart/2005/8/layout/process1"/>
    <dgm:cxn modelId="{9A3D7345-CD68-495B-BCFD-D367DBCD1F47}" srcId="{95BF8CEF-4C0A-49F6-A3F2-9D6011B8DD27}" destId="{3BAC2924-D0E8-4F48-8F2C-763CE3288E32}" srcOrd="1" destOrd="0" parTransId="{5D39C821-8231-4CF6-A808-AF675BD11E7B}" sibTransId="{D71FB13C-286F-4A11-830B-8BE4000B2B01}"/>
    <dgm:cxn modelId="{CCAD4167-8E50-45C3-B240-0CF534FC93DC}" srcId="{95BF8CEF-4C0A-49F6-A3F2-9D6011B8DD27}" destId="{D34887ED-BB14-42E2-A4A1-E9992C26FA4C}" srcOrd="3" destOrd="0" parTransId="{05C1779A-D1F9-45BA-B88B-3CBA4D721003}" sibTransId="{9C0A108A-9911-4B13-85C1-484C543B893E}"/>
    <dgm:cxn modelId="{496CE559-4EAD-47F2-8AC2-C81FD2AD15BC}" type="presOf" srcId="{D71FB13C-286F-4A11-830B-8BE4000B2B01}" destId="{71C0E04B-3CEF-447F-AFD8-1DA8259303BC}" srcOrd="0" destOrd="0" presId="urn:microsoft.com/office/officeart/2005/8/layout/process1"/>
    <dgm:cxn modelId="{2A5F818B-15A4-4CAF-BF26-574C6AB9AA8B}" type="presOf" srcId="{D34887ED-BB14-42E2-A4A1-E9992C26FA4C}" destId="{3E672799-5E05-45C4-8584-94758FA4F005}" srcOrd="0" destOrd="0" presId="urn:microsoft.com/office/officeart/2005/8/layout/process1"/>
    <dgm:cxn modelId="{11743AAC-2417-4EAD-A78D-E8A788FD625F}" srcId="{95BF8CEF-4C0A-49F6-A3F2-9D6011B8DD27}" destId="{82BC3821-5554-467B-AFD1-6BB058373A96}" srcOrd="0" destOrd="0" parTransId="{02502A93-EC52-47BD-A7D4-6E775CB5B5C2}" sibTransId="{EE9B20A2-E49F-4E6E-9AA4-9E920F6660EB}"/>
    <dgm:cxn modelId="{4DE499BD-DAD4-474B-97BE-593627415AB2}" type="presOf" srcId="{6916AE2D-3977-4C18-A9AE-A9F4A7764F59}" destId="{7EEB18F2-92F3-4911-8A96-0C73901803A9}" srcOrd="0" destOrd="0" presId="urn:microsoft.com/office/officeart/2005/8/layout/process1"/>
    <dgm:cxn modelId="{1FB67FC5-BCEB-4D1E-89AC-614EE954BAAE}" type="presOf" srcId="{EE9B20A2-E49F-4E6E-9AA4-9E920F6660EB}" destId="{E885913B-DFD1-4B9C-8C97-52696A7CA4ED}" srcOrd="1" destOrd="0" presId="urn:microsoft.com/office/officeart/2005/8/layout/process1"/>
    <dgm:cxn modelId="{E644E1DE-EB4A-4F60-8AC1-E57E6DF38723}" type="presOf" srcId="{D71FB13C-286F-4A11-830B-8BE4000B2B01}" destId="{AFF4180B-F669-4248-8A7B-54483281E13A}" srcOrd="1" destOrd="0" presId="urn:microsoft.com/office/officeart/2005/8/layout/process1"/>
    <dgm:cxn modelId="{D5DA24E4-DE4A-443A-8467-2445072E18E6}" type="presOf" srcId="{3BAC2924-D0E8-4F48-8F2C-763CE3288E32}" destId="{BBBEDB62-0D88-4FC8-9F71-01F8B959BE49}" srcOrd="0" destOrd="0" presId="urn:microsoft.com/office/officeart/2005/8/layout/process1"/>
    <dgm:cxn modelId="{E3B500F9-4466-4904-AA9A-FF97BED3D1AB}" type="presOf" srcId="{39939B74-81BB-4BC1-AA7B-9F2E782F2383}" destId="{B5393AB5-993D-42E2-8B53-6481B63CF62A}" srcOrd="0" destOrd="0" presId="urn:microsoft.com/office/officeart/2005/8/layout/process1"/>
    <dgm:cxn modelId="{1E24D642-98FB-417F-BEE2-8C5B47EAD8D5}" type="presParOf" srcId="{1143696C-6AC2-42C6-A6D6-B59B1E6F2FC9}" destId="{E4ED1F1E-C7A7-424F-A4D4-41FB7F1D204C}" srcOrd="0" destOrd="0" presId="urn:microsoft.com/office/officeart/2005/8/layout/process1"/>
    <dgm:cxn modelId="{3D4CB618-6AF9-41A5-B2A7-C4CF4B3060DF}" type="presParOf" srcId="{1143696C-6AC2-42C6-A6D6-B59B1E6F2FC9}" destId="{F9333D09-2680-463D-A627-165896321D8D}" srcOrd="1" destOrd="0" presId="urn:microsoft.com/office/officeart/2005/8/layout/process1"/>
    <dgm:cxn modelId="{F304B458-17F6-42E6-9A1C-5A696F7CA131}" type="presParOf" srcId="{F9333D09-2680-463D-A627-165896321D8D}" destId="{E885913B-DFD1-4B9C-8C97-52696A7CA4ED}" srcOrd="0" destOrd="0" presId="urn:microsoft.com/office/officeart/2005/8/layout/process1"/>
    <dgm:cxn modelId="{B47A700F-7306-4992-9BB3-F2F8CA7044B6}" type="presParOf" srcId="{1143696C-6AC2-42C6-A6D6-B59B1E6F2FC9}" destId="{BBBEDB62-0D88-4FC8-9F71-01F8B959BE49}" srcOrd="2" destOrd="0" presId="urn:microsoft.com/office/officeart/2005/8/layout/process1"/>
    <dgm:cxn modelId="{889574C5-9DD2-4463-858C-9BF86D61AE3A}" type="presParOf" srcId="{1143696C-6AC2-42C6-A6D6-B59B1E6F2FC9}" destId="{71C0E04B-3CEF-447F-AFD8-1DA8259303BC}" srcOrd="3" destOrd="0" presId="urn:microsoft.com/office/officeart/2005/8/layout/process1"/>
    <dgm:cxn modelId="{DEC52ED5-E827-4DB7-BA3B-12D6A006DD0D}" type="presParOf" srcId="{71C0E04B-3CEF-447F-AFD8-1DA8259303BC}" destId="{AFF4180B-F669-4248-8A7B-54483281E13A}" srcOrd="0" destOrd="0" presId="urn:microsoft.com/office/officeart/2005/8/layout/process1"/>
    <dgm:cxn modelId="{E90B6948-ED1C-4B62-AAB0-19AE5790183E}" type="presParOf" srcId="{1143696C-6AC2-42C6-A6D6-B59B1E6F2FC9}" destId="{7EEB18F2-92F3-4911-8A96-0C73901803A9}" srcOrd="4" destOrd="0" presId="urn:microsoft.com/office/officeart/2005/8/layout/process1"/>
    <dgm:cxn modelId="{49D5F810-9AC2-4E4A-9C22-B41D68286ACE}" type="presParOf" srcId="{1143696C-6AC2-42C6-A6D6-B59B1E6F2FC9}" destId="{B5393AB5-993D-42E2-8B53-6481B63CF62A}" srcOrd="5" destOrd="0" presId="urn:microsoft.com/office/officeart/2005/8/layout/process1"/>
    <dgm:cxn modelId="{3CEC42C7-DF7E-4E3E-90CF-16A1CB704750}" type="presParOf" srcId="{B5393AB5-993D-42E2-8B53-6481B63CF62A}" destId="{36FBD83C-825E-4498-823F-A9BAF2CA2E5B}" srcOrd="0" destOrd="0" presId="urn:microsoft.com/office/officeart/2005/8/layout/process1"/>
    <dgm:cxn modelId="{8036190D-48A3-4FCD-AA1B-25F3F43B54FB}" type="presParOf" srcId="{1143696C-6AC2-42C6-A6D6-B59B1E6F2FC9}" destId="{3E672799-5E05-45C4-8584-94758FA4F005}"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FEEA9E1-3830-44E2-B75D-4385971C9F1E}"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B3AEDF7F-C70F-428D-A243-76C3DD439C84}">
      <dgm:prSet custT="1"/>
      <dgm:spPr/>
      <dgm:t>
        <a:bodyPr/>
        <a:lstStyle/>
        <a:p>
          <a:r>
            <a:rPr lang="en-US" sz="2000" dirty="0">
              <a:latin typeface="Times New Roman" panose="02020603050405020304" pitchFamily="18" charset="0"/>
              <a:cs typeface="Times New Roman" panose="02020603050405020304" pitchFamily="18" charset="0"/>
            </a:rPr>
            <a:t>DECT has the potential to provide better insight into HNSCC</a:t>
          </a:r>
        </a:p>
      </dgm:t>
    </dgm:pt>
    <dgm:pt modelId="{1E8F81B2-341F-4FD9-8C53-E72773548DA9}" type="parTrans" cxnId="{B233D502-F1AA-457E-8119-9694F590EC4B}">
      <dgm:prSet/>
      <dgm:spPr/>
      <dgm:t>
        <a:bodyPr/>
        <a:lstStyle/>
        <a:p>
          <a:endParaRPr lang="en-US"/>
        </a:p>
      </dgm:t>
    </dgm:pt>
    <dgm:pt modelId="{97728F88-B805-4968-A5AC-0C56619004A6}" type="sibTrans" cxnId="{B233D502-F1AA-457E-8119-9694F590EC4B}">
      <dgm:prSet/>
      <dgm:spPr/>
      <dgm:t>
        <a:bodyPr/>
        <a:lstStyle/>
        <a:p>
          <a:endParaRPr lang="en-US"/>
        </a:p>
      </dgm:t>
    </dgm:pt>
    <dgm:pt modelId="{928593F5-0DF4-45C4-8FEB-E3E7D6E53311}">
      <dgm:prSet custT="1"/>
      <dgm:spPr/>
      <dgm:t>
        <a:bodyPr/>
        <a:lstStyle/>
        <a:p>
          <a:r>
            <a:rPr lang="en-US" sz="2000" dirty="0">
              <a:latin typeface="Times New Roman" panose="02020603050405020304" pitchFamily="18" charset="0"/>
              <a:cs typeface="Times New Roman" panose="02020603050405020304" pitchFamily="18" charset="0"/>
            </a:rPr>
            <a:t>Small dataset with higher dimensionality has a higher tendency of increasing data complexity and model overfitting</a:t>
          </a:r>
        </a:p>
      </dgm:t>
    </dgm:pt>
    <dgm:pt modelId="{7EE3B084-F8FA-4CA3-85B6-F31E753E5068}" type="parTrans" cxnId="{6D7427FD-5968-43B9-968E-6B6D1A4C9DBE}">
      <dgm:prSet/>
      <dgm:spPr/>
      <dgm:t>
        <a:bodyPr/>
        <a:lstStyle/>
        <a:p>
          <a:endParaRPr lang="en-US"/>
        </a:p>
      </dgm:t>
    </dgm:pt>
    <dgm:pt modelId="{239BB3DD-E516-4F56-A2DB-785EAD0C4008}" type="sibTrans" cxnId="{6D7427FD-5968-43B9-968E-6B6D1A4C9DBE}">
      <dgm:prSet/>
      <dgm:spPr/>
      <dgm:t>
        <a:bodyPr/>
        <a:lstStyle/>
        <a:p>
          <a:endParaRPr lang="en-US"/>
        </a:p>
      </dgm:t>
    </dgm:pt>
    <dgm:pt modelId="{74EEADEF-EADA-46C5-9443-9845E0A60044}">
      <dgm:prSet custT="1"/>
      <dgm:spPr/>
      <dgm:t>
        <a:bodyPr/>
        <a:lstStyle/>
        <a:p>
          <a:r>
            <a:rPr lang="en-US" sz="2000" dirty="0">
              <a:latin typeface="Times New Roman" panose="02020603050405020304" pitchFamily="18" charset="0"/>
              <a:cs typeface="Times New Roman" panose="02020603050405020304" pitchFamily="18" charset="0"/>
            </a:rPr>
            <a:t>Dimension reduction techniques such as PCA may reduce the data complexity with slight variation on prediction performance</a:t>
          </a:r>
        </a:p>
      </dgm:t>
    </dgm:pt>
    <dgm:pt modelId="{EE99506E-BF79-4BC1-8544-DF8620A592C8}" type="parTrans" cxnId="{4B952C62-C4EF-4546-A1D6-321A46834260}">
      <dgm:prSet/>
      <dgm:spPr/>
      <dgm:t>
        <a:bodyPr/>
        <a:lstStyle/>
        <a:p>
          <a:endParaRPr lang="en-US"/>
        </a:p>
      </dgm:t>
    </dgm:pt>
    <dgm:pt modelId="{52FE1BC6-CE52-4A1B-9279-092EA615D88A}" type="sibTrans" cxnId="{4B952C62-C4EF-4546-A1D6-321A46834260}">
      <dgm:prSet/>
      <dgm:spPr/>
      <dgm:t>
        <a:bodyPr/>
        <a:lstStyle/>
        <a:p>
          <a:endParaRPr lang="en-US"/>
        </a:p>
      </dgm:t>
    </dgm:pt>
    <dgm:pt modelId="{962C5D84-1A3F-45A8-BA2A-7CB5678C8709}">
      <dgm:prSet custT="1"/>
      <dgm:spPr/>
      <dgm:t>
        <a:bodyPr/>
        <a:lstStyle/>
        <a:p>
          <a:r>
            <a:rPr lang="en-US" sz="2000" dirty="0">
              <a:latin typeface="Times New Roman" panose="02020603050405020304" pitchFamily="18" charset="0"/>
              <a:cs typeface="Times New Roman" panose="02020603050405020304" pitchFamily="18" charset="0"/>
            </a:rPr>
            <a:t>Research potential for energy dependency of feature analysis</a:t>
          </a:r>
        </a:p>
      </dgm:t>
    </dgm:pt>
    <dgm:pt modelId="{A8AA534A-6966-4976-98BB-1B936C7945D1}" type="parTrans" cxnId="{FA975E25-DED4-4BBE-A074-41E587F41AF0}">
      <dgm:prSet/>
      <dgm:spPr/>
      <dgm:t>
        <a:bodyPr/>
        <a:lstStyle/>
        <a:p>
          <a:endParaRPr lang="en-US"/>
        </a:p>
      </dgm:t>
    </dgm:pt>
    <dgm:pt modelId="{3DD8D57D-93DA-4D4E-82E4-C190F174D75A}" type="sibTrans" cxnId="{FA975E25-DED4-4BBE-A074-41E587F41AF0}">
      <dgm:prSet/>
      <dgm:spPr/>
      <dgm:t>
        <a:bodyPr/>
        <a:lstStyle/>
        <a:p>
          <a:endParaRPr lang="en-US"/>
        </a:p>
      </dgm:t>
    </dgm:pt>
    <dgm:pt modelId="{E3279D41-357B-4A8A-BDD1-39C06F7ACFC2}" type="pres">
      <dgm:prSet presAssocID="{9FEEA9E1-3830-44E2-B75D-4385971C9F1E}" presName="linear" presStyleCnt="0">
        <dgm:presLayoutVars>
          <dgm:animLvl val="lvl"/>
          <dgm:resizeHandles val="exact"/>
        </dgm:presLayoutVars>
      </dgm:prSet>
      <dgm:spPr/>
    </dgm:pt>
    <dgm:pt modelId="{436718D7-D489-4F77-8ABA-3DD52CD5921E}" type="pres">
      <dgm:prSet presAssocID="{B3AEDF7F-C70F-428D-A243-76C3DD439C84}" presName="parentText" presStyleLbl="node1" presStyleIdx="0" presStyleCnt="4">
        <dgm:presLayoutVars>
          <dgm:chMax val="0"/>
          <dgm:bulletEnabled val="1"/>
        </dgm:presLayoutVars>
      </dgm:prSet>
      <dgm:spPr/>
    </dgm:pt>
    <dgm:pt modelId="{968BBEF2-88CC-4D6D-86B0-9FA488C18EE6}" type="pres">
      <dgm:prSet presAssocID="{97728F88-B805-4968-A5AC-0C56619004A6}" presName="spacer" presStyleCnt="0"/>
      <dgm:spPr/>
    </dgm:pt>
    <dgm:pt modelId="{76D00D43-692D-43E8-B52E-67A6151F6CB9}" type="pres">
      <dgm:prSet presAssocID="{928593F5-0DF4-45C4-8FEB-E3E7D6E53311}" presName="parentText" presStyleLbl="node1" presStyleIdx="1" presStyleCnt="4">
        <dgm:presLayoutVars>
          <dgm:chMax val="0"/>
          <dgm:bulletEnabled val="1"/>
        </dgm:presLayoutVars>
      </dgm:prSet>
      <dgm:spPr/>
    </dgm:pt>
    <dgm:pt modelId="{FB20CFC3-D305-4982-9F15-D32EBAAA899B}" type="pres">
      <dgm:prSet presAssocID="{239BB3DD-E516-4F56-A2DB-785EAD0C4008}" presName="spacer" presStyleCnt="0"/>
      <dgm:spPr/>
    </dgm:pt>
    <dgm:pt modelId="{20E58C92-A3A5-4C8E-A2D7-C9B6D8905BE0}" type="pres">
      <dgm:prSet presAssocID="{74EEADEF-EADA-46C5-9443-9845E0A60044}" presName="parentText" presStyleLbl="node1" presStyleIdx="2" presStyleCnt="4">
        <dgm:presLayoutVars>
          <dgm:chMax val="0"/>
          <dgm:bulletEnabled val="1"/>
        </dgm:presLayoutVars>
      </dgm:prSet>
      <dgm:spPr/>
    </dgm:pt>
    <dgm:pt modelId="{EE2B56BD-D41F-46FC-A315-84A025E4F751}" type="pres">
      <dgm:prSet presAssocID="{52FE1BC6-CE52-4A1B-9279-092EA615D88A}" presName="spacer" presStyleCnt="0"/>
      <dgm:spPr/>
    </dgm:pt>
    <dgm:pt modelId="{7E46E9F2-71D0-41A3-81CF-D264FD91C8C2}" type="pres">
      <dgm:prSet presAssocID="{962C5D84-1A3F-45A8-BA2A-7CB5678C8709}" presName="parentText" presStyleLbl="node1" presStyleIdx="3" presStyleCnt="4">
        <dgm:presLayoutVars>
          <dgm:chMax val="0"/>
          <dgm:bulletEnabled val="1"/>
        </dgm:presLayoutVars>
      </dgm:prSet>
      <dgm:spPr/>
    </dgm:pt>
  </dgm:ptLst>
  <dgm:cxnLst>
    <dgm:cxn modelId="{B233D502-F1AA-457E-8119-9694F590EC4B}" srcId="{9FEEA9E1-3830-44E2-B75D-4385971C9F1E}" destId="{B3AEDF7F-C70F-428D-A243-76C3DD439C84}" srcOrd="0" destOrd="0" parTransId="{1E8F81B2-341F-4FD9-8C53-E72773548DA9}" sibTransId="{97728F88-B805-4968-A5AC-0C56619004A6}"/>
    <dgm:cxn modelId="{FA975E25-DED4-4BBE-A074-41E587F41AF0}" srcId="{9FEEA9E1-3830-44E2-B75D-4385971C9F1E}" destId="{962C5D84-1A3F-45A8-BA2A-7CB5678C8709}" srcOrd="3" destOrd="0" parTransId="{A8AA534A-6966-4976-98BB-1B936C7945D1}" sibTransId="{3DD8D57D-93DA-4D4E-82E4-C190F174D75A}"/>
    <dgm:cxn modelId="{F4A79231-7FAE-4F06-9874-FB70B3555F42}" type="presOf" srcId="{962C5D84-1A3F-45A8-BA2A-7CB5678C8709}" destId="{7E46E9F2-71D0-41A3-81CF-D264FD91C8C2}" srcOrd="0" destOrd="0" presId="urn:microsoft.com/office/officeart/2005/8/layout/vList2"/>
    <dgm:cxn modelId="{46E38D5C-C9FE-4A41-B61F-297C743D8562}" type="presOf" srcId="{928593F5-0DF4-45C4-8FEB-E3E7D6E53311}" destId="{76D00D43-692D-43E8-B52E-67A6151F6CB9}" srcOrd="0" destOrd="0" presId="urn:microsoft.com/office/officeart/2005/8/layout/vList2"/>
    <dgm:cxn modelId="{4B952C62-C4EF-4546-A1D6-321A46834260}" srcId="{9FEEA9E1-3830-44E2-B75D-4385971C9F1E}" destId="{74EEADEF-EADA-46C5-9443-9845E0A60044}" srcOrd="2" destOrd="0" parTransId="{EE99506E-BF79-4BC1-8544-DF8620A592C8}" sibTransId="{52FE1BC6-CE52-4A1B-9279-092EA615D88A}"/>
    <dgm:cxn modelId="{387D137B-C623-439A-9A1B-6AD723A03364}" type="presOf" srcId="{74EEADEF-EADA-46C5-9443-9845E0A60044}" destId="{20E58C92-A3A5-4C8E-A2D7-C9B6D8905BE0}" srcOrd="0" destOrd="0" presId="urn:microsoft.com/office/officeart/2005/8/layout/vList2"/>
    <dgm:cxn modelId="{FD15EEA3-3FD3-4F4C-A515-B3CCB310258D}" type="presOf" srcId="{9FEEA9E1-3830-44E2-B75D-4385971C9F1E}" destId="{E3279D41-357B-4A8A-BDD1-39C06F7ACFC2}" srcOrd="0" destOrd="0" presId="urn:microsoft.com/office/officeart/2005/8/layout/vList2"/>
    <dgm:cxn modelId="{1DC936F7-8AC9-4071-9E96-48E8538689A5}" type="presOf" srcId="{B3AEDF7F-C70F-428D-A243-76C3DD439C84}" destId="{436718D7-D489-4F77-8ABA-3DD52CD5921E}" srcOrd="0" destOrd="0" presId="urn:microsoft.com/office/officeart/2005/8/layout/vList2"/>
    <dgm:cxn modelId="{6D7427FD-5968-43B9-968E-6B6D1A4C9DBE}" srcId="{9FEEA9E1-3830-44E2-B75D-4385971C9F1E}" destId="{928593F5-0DF4-45C4-8FEB-E3E7D6E53311}" srcOrd="1" destOrd="0" parTransId="{7EE3B084-F8FA-4CA3-85B6-F31E753E5068}" sibTransId="{239BB3DD-E516-4F56-A2DB-785EAD0C4008}"/>
    <dgm:cxn modelId="{7159F32B-8819-45A8-86B3-32CDA2B8221B}" type="presParOf" srcId="{E3279D41-357B-4A8A-BDD1-39C06F7ACFC2}" destId="{436718D7-D489-4F77-8ABA-3DD52CD5921E}" srcOrd="0" destOrd="0" presId="urn:microsoft.com/office/officeart/2005/8/layout/vList2"/>
    <dgm:cxn modelId="{5DD2BC79-C26D-40EA-9587-C1F1E10260F7}" type="presParOf" srcId="{E3279D41-357B-4A8A-BDD1-39C06F7ACFC2}" destId="{968BBEF2-88CC-4D6D-86B0-9FA488C18EE6}" srcOrd="1" destOrd="0" presId="urn:microsoft.com/office/officeart/2005/8/layout/vList2"/>
    <dgm:cxn modelId="{B5D215D6-3ADB-4EA7-BAB7-2DA0F6262567}" type="presParOf" srcId="{E3279D41-357B-4A8A-BDD1-39C06F7ACFC2}" destId="{76D00D43-692D-43E8-B52E-67A6151F6CB9}" srcOrd="2" destOrd="0" presId="urn:microsoft.com/office/officeart/2005/8/layout/vList2"/>
    <dgm:cxn modelId="{A8C6E1DB-9860-4C56-915B-410049966C2A}" type="presParOf" srcId="{E3279D41-357B-4A8A-BDD1-39C06F7ACFC2}" destId="{FB20CFC3-D305-4982-9F15-D32EBAAA899B}" srcOrd="3" destOrd="0" presId="urn:microsoft.com/office/officeart/2005/8/layout/vList2"/>
    <dgm:cxn modelId="{412BE7B6-1CC5-4E03-AE45-79D152F49C4C}" type="presParOf" srcId="{E3279D41-357B-4A8A-BDD1-39C06F7ACFC2}" destId="{20E58C92-A3A5-4C8E-A2D7-C9B6D8905BE0}" srcOrd="4" destOrd="0" presId="urn:microsoft.com/office/officeart/2005/8/layout/vList2"/>
    <dgm:cxn modelId="{B8108E61-3B6F-47DF-BF59-A00D5C295A08}" type="presParOf" srcId="{E3279D41-357B-4A8A-BDD1-39C06F7ACFC2}" destId="{EE2B56BD-D41F-46FC-A315-84A025E4F751}" srcOrd="5" destOrd="0" presId="urn:microsoft.com/office/officeart/2005/8/layout/vList2"/>
    <dgm:cxn modelId="{D1795090-54A6-4A04-B7A1-54B72AD2F36E}" type="presParOf" srcId="{E3279D41-357B-4A8A-BDD1-39C06F7ACFC2}" destId="{7E46E9F2-71D0-41A3-81CF-D264FD91C8C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FBFF-12B9-4E46-A53A-243ADC5AB806}">
      <dsp:nvSpPr>
        <dsp:cNvPr id="0" name=""/>
        <dsp:cNvSpPr/>
      </dsp:nvSpPr>
      <dsp:spPr>
        <a:xfrm>
          <a:off x="828914" y="944700"/>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4A4D03-1693-4EFF-A0B3-93D2806DCA78}">
      <dsp:nvSpPr>
        <dsp:cNvPr id="0" name=""/>
        <dsp:cNvSpPr/>
      </dsp:nvSpPr>
      <dsp:spPr>
        <a:xfrm>
          <a:off x="333914" y="202470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Background</a:t>
          </a:r>
        </a:p>
      </dsp:txBody>
      <dsp:txXfrm>
        <a:off x="333914" y="2024704"/>
        <a:ext cx="1800000" cy="720000"/>
      </dsp:txXfrm>
    </dsp:sp>
    <dsp:sp modelId="{422163B2-6671-4620-A8F5-4D642E3C253B}">
      <dsp:nvSpPr>
        <dsp:cNvPr id="0" name=""/>
        <dsp:cNvSpPr/>
      </dsp:nvSpPr>
      <dsp:spPr>
        <a:xfrm>
          <a:off x="2943914" y="944700"/>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FF9033-FD02-49E7-BBCF-25B058B9A09D}">
      <dsp:nvSpPr>
        <dsp:cNvPr id="0" name=""/>
        <dsp:cNvSpPr/>
      </dsp:nvSpPr>
      <dsp:spPr>
        <a:xfrm>
          <a:off x="2448914" y="202470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Motivation</a:t>
          </a:r>
        </a:p>
      </dsp:txBody>
      <dsp:txXfrm>
        <a:off x="2448914" y="2024704"/>
        <a:ext cx="1800000" cy="720000"/>
      </dsp:txXfrm>
    </dsp:sp>
    <dsp:sp modelId="{11C5C406-4AC3-4F9F-9E64-64172A2041EF}">
      <dsp:nvSpPr>
        <dsp:cNvPr id="0" name=""/>
        <dsp:cNvSpPr/>
      </dsp:nvSpPr>
      <dsp:spPr>
        <a:xfrm>
          <a:off x="5058914" y="944700"/>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F36DDA-C933-49B3-8429-21F8BA34613C}">
      <dsp:nvSpPr>
        <dsp:cNvPr id="0" name=""/>
        <dsp:cNvSpPr/>
      </dsp:nvSpPr>
      <dsp:spPr>
        <a:xfrm>
          <a:off x="4563914" y="202470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Problem with Higher Dimensional DECT feature space</a:t>
          </a:r>
        </a:p>
      </dsp:txBody>
      <dsp:txXfrm>
        <a:off x="4563914" y="2024704"/>
        <a:ext cx="1800000" cy="720000"/>
      </dsp:txXfrm>
    </dsp:sp>
    <dsp:sp modelId="{ABAC30A6-1078-4A62-8ED9-44404F962D73}">
      <dsp:nvSpPr>
        <dsp:cNvPr id="0" name=""/>
        <dsp:cNvSpPr/>
      </dsp:nvSpPr>
      <dsp:spPr>
        <a:xfrm>
          <a:off x="7173914" y="94470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E6F590-B666-49D6-9C49-394C6191EEB5}">
      <dsp:nvSpPr>
        <dsp:cNvPr id="0" name=""/>
        <dsp:cNvSpPr/>
      </dsp:nvSpPr>
      <dsp:spPr>
        <a:xfrm>
          <a:off x="6678914" y="202470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Feature Inspection</a:t>
          </a:r>
        </a:p>
      </dsp:txBody>
      <dsp:txXfrm>
        <a:off x="6678914" y="2024704"/>
        <a:ext cx="1800000" cy="720000"/>
      </dsp:txXfrm>
    </dsp:sp>
    <dsp:sp modelId="{D1F139CA-335E-470D-8B87-468FF069C798}">
      <dsp:nvSpPr>
        <dsp:cNvPr id="0" name=""/>
        <dsp:cNvSpPr/>
      </dsp:nvSpPr>
      <dsp:spPr>
        <a:xfrm>
          <a:off x="9288914" y="944700"/>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C8D1E4-B3F5-403E-BDEE-81989E45059F}">
      <dsp:nvSpPr>
        <dsp:cNvPr id="0" name=""/>
        <dsp:cNvSpPr/>
      </dsp:nvSpPr>
      <dsp:spPr>
        <a:xfrm>
          <a:off x="8793914" y="202470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Conclusion</a:t>
          </a:r>
        </a:p>
      </dsp:txBody>
      <dsp:txXfrm>
        <a:off x="8793914" y="2024704"/>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9D7CD2-2EA1-4D8B-ADB0-16B47DFB6564}">
      <dsp:nvSpPr>
        <dsp:cNvPr id="0" name=""/>
        <dsp:cNvSpPr/>
      </dsp:nvSpPr>
      <dsp:spPr>
        <a:xfrm>
          <a:off x="0" y="572314"/>
          <a:ext cx="4857750"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3C98C2-3AE7-4F02-AE5D-8D5AEF625F30}">
      <dsp:nvSpPr>
        <dsp:cNvPr id="0" name=""/>
        <dsp:cNvSpPr/>
      </dsp:nvSpPr>
      <dsp:spPr>
        <a:xfrm>
          <a:off x="242887" y="40954"/>
          <a:ext cx="3400425" cy="1062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528" tIns="0" rIns="128528"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Qualitative Analysis</a:t>
          </a:r>
        </a:p>
      </dsp:txBody>
      <dsp:txXfrm>
        <a:off x="294765" y="92832"/>
        <a:ext cx="3296669" cy="958964"/>
      </dsp:txXfrm>
    </dsp:sp>
    <dsp:sp modelId="{70BA54C9-1CB5-4B28-9AE6-EBE650A2444A}">
      <dsp:nvSpPr>
        <dsp:cNvPr id="0" name=""/>
        <dsp:cNvSpPr/>
      </dsp:nvSpPr>
      <dsp:spPr>
        <a:xfrm>
          <a:off x="0" y="2205274"/>
          <a:ext cx="4857750"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BDEEF7-3B9B-4734-A1F2-648189270C67}">
      <dsp:nvSpPr>
        <dsp:cNvPr id="0" name=""/>
        <dsp:cNvSpPr/>
      </dsp:nvSpPr>
      <dsp:spPr>
        <a:xfrm>
          <a:off x="242887" y="1673914"/>
          <a:ext cx="3400425" cy="1062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528" tIns="0" rIns="128528"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Potential for advanced applications</a:t>
          </a:r>
        </a:p>
      </dsp:txBody>
      <dsp:txXfrm>
        <a:off x="294765" y="1725792"/>
        <a:ext cx="3296669" cy="958964"/>
      </dsp:txXfrm>
    </dsp:sp>
    <dsp:sp modelId="{687B0741-448A-4363-A27B-E49A98537EF0}">
      <dsp:nvSpPr>
        <dsp:cNvPr id="0" name=""/>
        <dsp:cNvSpPr/>
      </dsp:nvSpPr>
      <dsp:spPr>
        <a:xfrm>
          <a:off x="0" y="3838234"/>
          <a:ext cx="4857750"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EE3DF1-087E-495A-8E3A-09F3BA2AC666}">
      <dsp:nvSpPr>
        <dsp:cNvPr id="0" name=""/>
        <dsp:cNvSpPr/>
      </dsp:nvSpPr>
      <dsp:spPr>
        <a:xfrm>
          <a:off x="242887" y="3306874"/>
          <a:ext cx="3400425" cy="1062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528" tIns="0" rIns="128528"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Promising aspects in Machine Learning Domain</a:t>
          </a:r>
        </a:p>
      </dsp:txBody>
      <dsp:txXfrm>
        <a:off x="294765" y="3358752"/>
        <a:ext cx="3296669" cy="9589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98CFFC-79E4-4472-A143-3B341C48C47A}">
      <dsp:nvSpPr>
        <dsp:cNvPr id="0" name=""/>
        <dsp:cNvSpPr/>
      </dsp:nvSpPr>
      <dsp:spPr>
        <a:xfrm>
          <a:off x="0"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F33C15-1FC0-406A-AF2C-F5F8A9629561}">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Large dimensional radiomic features extracted from small dual energy CT dataset leads to difficulty in data analysis and model overfitting</a:t>
          </a:r>
        </a:p>
      </dsp:txBody>
      <dsp:txXfrm>
        <a:off x="398656" y="1088253"/>
        <a:ext cx="2959127" cy="1837317"/>
      </dsp:txXfrm>
    </dsp:sp>
    <dsp:sp modelId="{0EE24501-7076-4B12-9197-43131D7A06B7}">
      <dsp:nvSpPr>
        <dsp:cNvPr id="0" name=""/>
        <dsp:cNvSpPr/>
      </dsp:nvSpPr>
      <dsp:spPr>
        <a:xfrm>
          <a:off x="3756441"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4D9366-2458-4C6D-9EB6-9F7FED44B02F}">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Not all the radiomic features bear the same importance during diagnosis</a:t>
          </a:r>
        </a:p>
      </dsp:txBody>
      <dsp:txXfrm>
        <a:off x="4155097" y="1088253"/>
        <a:ext cx="2959127" cy="1837317"/>
      </dsp:txXfrm>
    </dsp:sp>
    <dsp:sp modelId="{1316A3BE-802E-437D-9361-C0B329CA6C3E}">
      <dsp:nvSpPr>
        <dsp:cNvPr id="0" name=""/>
        <dsp:cNvSpPr/>
      </dsp:nvSpPr>
      <dsp:spPr>
        <a:xfrm>
          <a:off x="7512882" y="706671"/>
          <a:ext cx="3073451" cy="1951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908AEE-2706-4A13-B3B2-0B77088AA034}">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Getting rid of irrelevant features and features of less importance leads to reduced dimensionality and complexity and less overfitting</a:t>
          </a:r>
        </a:p>
      </dsp:txBody>
      <dsp:txXfrm>
        <a:off x="7911539" y="1088253"/>
        <a:ext cx="2959127" cy="18373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1402C-7EBB-4E20-9EC8-C3F353D53713}">
      <dsp:nvSpPr>
        <dsp:cNvPr id="0" name=""/>
        <dsp:cNvSpPr/>
      </dsp:nvSpPr>
      <dsp:spPr>
        <a:xfrm>
          <a:off x="0" y="0"/>
          <a:ext cx="3482834" cy="4465870"/>
        </a:xfrm>
        <a:prstGeom prst="triangle">
          <a:avLst/>
        </a:prstGeom>
        <a:solidFill>
          <a:schemeClr val="accent1"/>
        </a:solidFill>
        <a:ln>
          <a:noFill/>
        </a:ln>
        <a:effectLst>
          <a:glow rad="139700">
            <a:schemeClr val="accent1">
              <a:satMod val="175000"/>
              <a:alpha val="40000"/>
            </a:schemeClr>
          </a:glow>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2">
          <a:scrgbClr r="0" g="0" b="0"/>
        </a:fillRef>
        <a:effectRef idx="1">
          <a:scrgbClr r="0" g="0" b="0"/>
        </a:effectRef>
        <a:fontRef idx="minor">
          <a:schemeClr val="dk1"/>
        </a:fontRef>
      </dsp:style>
    </dsp:sp>
    <dsp:sp modelId="{1727C709-63C7-4195-B812-DAC61AB7C285}">
      <dsp:nvSpPr>
        <dsp:cNvPr id="0" name=""/>
        <dsp:cNvSpPr/>
      </dsp:nvSpPr>
      <dsp:spPr>
        <a:xfrm>
          <a:off x="1741417" y="384706"/>
          <a:ext cx="2263842" cy="3174954"/>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Target</a:t>
          </a:r>
          <a:endParaRPr lang="en-US"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Detecting the type of Head and Neck Squamous Cell Carcinoma (HNSCC) from the image data only.</a:t>
          </a:r>
        </a:p>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Feature dependence among different keV images.</a:t>
          </a:r>
        </a:p>
      </dsp:txBody>
      <dsp:txXfrm>
        <a:off x="1851929" y="495218"/>
        <a:ext cx="2042818" cy="2953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1EB53-4E40-4DF0-BD25-97A66A785470}">
      <dsp:nvSpPr>
        <dsp:cNvPr id="0" name=""/>
        <dsp:cNvSpPr/>
      </dsp:nvSpPr>
      <dsp:spPr>
        <a:xfrm>
          <a:off x="5714067" y="2600940"/>
          <a:ext cx="91440" cy="401898"/>
        </a:xfrm>
        <a:custGeom>
          <a:avLst/>
          <a:gdLst/>
          <a:ahLst/>
          <a:cxnLst/>
          <a:rect l="0" t="0" r="0" b="0"/>
          <a:pathLst>
            <a:path>
              <a:moveTo>
                <a:pt x="45720" y="0"/>
              </a:moveTo>
              <a:lnTo>
                <a:pt x="45720" y="401898"/>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BFBA866-C417-40D2-9902-DC2E4E8A3FF6}">
      <dsp:nvSpPr>
        <dsp:cNvPr id="0" name=""/>
        <dsp:cNvSpPr/>
      </dsp:nvSpPr>
      <dsp:spPr>
        <a:xfrm>
          <a:off x="3226332" y="1321545"/>
          <a:ext cx="2533454" cy="401898"/>
        </a:xfrm>
        <a:custGeom>
          <a:avLst/>
          <a:gdLst/>
          <a:ahLst/>
          <a:cxnLst/>
          <a:rect l="0" t="0" r="0" b="0"/>
          <a:pathLst>
            <a:path>
              <a:moveTo>
                <a:pt x="0" y="0"/>
              </a:moveTo>
              <a:lnTo>
                <a:pt x="0" y="273881"/>
              </a:lnTo>
              <a:lnTo>
                <a:pt x="2533454" y="273881"/>
              </a:lnTo>
              <a:lnTo>
                <a:pt x="2533454" y="401898"/>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3558BCE-E1B6-49CC-87A6-C336CCD67C8B}">
      <dsp:nvSpPr>
        <dsp:cNvPr id="0" name=""/>
        <dsp:cNvSpPr/>
      </dsp:nvSpPr>
      <dsp:spPr>
        <a:xfrm>
          <a:off x="4025097" y="2600940"/>
          <a:ext cx="91440" cy="401898"/>
        </a:xfrm>
        <a:custGeom>
          <a:avLst/>
          <a:gdLst/>
          <a:ahLst/>
          <a:cxnLst/>
          <a:rect l="0" t="0" r="0" b="0"/>
          <a:pathLst>
            <a:path>
              <a:moveTo>
                <a:pt x="45720" y="0"/>
              </a:moveTo>
              <a:lnTo>
                <a:pt x="45720" y="401898"/>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722DE0F-DC6A-42D7-90AB-44CECADF2260}">
      <dsp:nvSpPr>
        <dsp:cNvPr id="0" name=""/>
        <dsp:cNvSpPr/>
      </dsp:nvSpPr>
      <dsp:spPr>
        <a:xfrm>
          <a:off x="3226332" y="1321545"/>
          <a:ext cx="844484" cy="401898"/>
        </a:xfrm>
        <a:custGeom>
          <a:avLst/>
          <a:gdLst/>
          <a:ahLst/>
          <a:cxnLst/>
          <a:rect l="0" t="0" r="0" b="0"/>
          <a:pathLst>
            <a:path>
              <a:moveTo>
                <a:pt x="0" y="0"/>
              </a:moveTo>
              <a:lnTo>
                <a:pt x="0" y="273881"/>
              </a:lnTo>
              <a:lnTo>
                <a:pt x="844484" y="273881"/>
              </a:lnTo>
              <a:lnTo>
                <a:pt x="844484" y="401898"/>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C62AFFF-3629-4B55-932F-AFAFCBD47057}">
      <dsp:nvSpPr>
        <dsp:cNvPr id="0" name=""/>
        <dsp:cNvSpPr/>
      </dsp:nvSpPr>
      <dsp:spPr>
        <a:xfrm>
          <a:off x="2336127" y="2600940"/>
          <a:ext cx="91440" cy="401898"/>
        </a:xfrm>
        <a:custGeom>
          <a:avLst/>
          <a:gdLst/>
          <a:ahLst/>
          <a:cxnLst/>
          <a:rect l="0" t="0" r="0" b="0"/>
          <a:pathLst>
            <a:path>
              <a:moveTo>
                <a:pt x="45720" y="0"/>
              </a:moveTo>
              <a:lnTo>
                <a:pt x="45720" y="401898"/>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0E0873A-DBFF-4E0B-AD9C-94BE39783E31}">
      <dsp:nvSpPr>
        <dsp:cNvPr id="0" name=""/>
        <dsp:cNvSpPr/>
      </dsp:nvSpPr>
      <dsp:spPr>
        <a:xfrm>
          <a:off x="2381847" y="1321545"/>
          <a:ext cx="844484" cy="401898"/>
        </a:xfrm>
        <a:custGeom>
          <a:avLst/>
          <a:gdLst/>
          <a:ahLst/>
          <a:cxnLst/>
          <a:rect l="0" t="0" r="0" b="0"/>
          <a:pathLst>
            <a:path>
              <a:moveTo>
                <a:pt x="844484" y="0"/>
              </a:moveTo>
              <a:lnTo>
                <a:pt x="844484" y="273881"/>
              </a:lnTo>
              <a:lnTo>
                <a:pt x="0" y="273881"/>
              </a:lnTo>
              <a:lnTo>
                <a:pt x="0" y="401898"/>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681CFAC-C9B0-4AE7-A4D7-583C15D55827}">
      <dsp:nvSpPr>
        <dsp:cNvPr id="0" name=""/>
        <dsp:cNvSpPr/>
      </dsp:nvSpPr>
      <dsp:spPr>
        <a:xfrm>
          <a:off x="647157" y="2600940"/>
          <a:ext cx="91440" cy="401898"/>
        </a:xfrm>
        <a:custGeom>
          <a:avLst/>
          <a:gdLst/>
          <a:ahLst/>
          <a:cxnLst/>
          <a:rect l="0" t="0" r="0" b="0"/>
          <a:pathLst>
            <a:path>
              <a:moveTo>
                <a:pt x="45720" y="0"/>
              </a:moveTo>
              <a:lnTo>
                <a:pt x="45720" y="401898"/>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3502B03-8AC3-4341-9B8B-C28C866BEDD2}">
      <dsp:nvSpPr>
        <dsp:cNvPr id="0" name=""/>
        <dsp:cNvSpPr/>
      </dsp:nvSpPr>
      <dsp:spPr>
        <a:xfrm>
          <a:off x="692877" y="1321545"/>
          <a:ext cx="2533454" cy="401898"/>
        </a:xfrm>
        <a:custGeom>
          <a:avLst/>
          <a:gdLst/>
          <a:ahLst/>
          <a:cxnLst/>
          <a:rect l="0" t="0" r="0" b="0"/>
          <a:pathLst>
            <a:path>
              <a:moveTo>
                <a:pt x="2533454" y="0"/>
              </a:moveTo>
              <a:lnTo>
                <a:pt x="2533454" y="273881"/>
              </a:lnTo>
              <a:lnTo>
                <a:pt x="0" y="273881"/>
              </a:lnTo>
              <a:lnTo>
                <a:pt x="0" y="401898"/>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8919EA5-0B19-4D97-A56D-3CF08E9B51CA}">
      <dsp:nvSpPr>
        <dsp:cNvPr id="0" name=""/>
        <dsp:cNvSpPr/>
      </dsp:nvSpPr>
      <dsp:spPr>
        <a:xfrm>
          <a:off x="2535390" y="444049"/>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77FBCC4-8EC1-475E-B6B9-EF701A139C30}">
      <dsp:nvSpPr>
        <dsp:cNvPr id="0" name=""/>
        <dsp:cNvSpPr/>
      </dsp:nvSpPr>
      <dsp:spPr>
        <a:xfrm>
          <a:off x="2688933" y="589914"/>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Data Distribution</a:t>
          </a:r>
          <a:endParaRPr lang="en-US" sz="1100" kern="1200" dirty="0">
            <a:latin typeface="Times New Roman" panose="02020603050405020304" pitchFamily="18" charset="0"/>
            <a:cs typeface="Times New Roman" panose="02020603050405020304" pitchFamily="18" charset="0"/>
          </a:endParaRPr>
        </a:p>
      </dsp:txBody>
      <dsp:txXfrm>
        <a:off x="2714634" y="615615"/>
        <a:ext cx="1330482" cy="826094"/>
      </dsp:txXfrm>
    </dsp:sp>
    <dsp:sp modelId="{6C73D8A9-E04D-4E67-ACC8-B47ECFCF2928}">
      <dsp:nvSpPr>
        <dsp:cNvPr id="0" name=""/>
        <dsp:cNvSpPr/>
      </dsp:nvSpPr>
      <dsp:spPr>
        <a:xfrm>
          <a:off x="1935" y="1723443"/>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00B8380-E26E-4CBC-909A-18E97459E3C8}">
      <dsp:nvSpPr>
        <dsp:cNvPr id="0" name=""/>
        <dsp:cNvSpPr/>
      </dsp:nvSpPr>
      <dsp:spPr>
        <a:xfrm>
          <a:off x="155478" y="1869309"/>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Mouth[Oral Cavity (</a:t>
          </a:r>
          <a:r>
            <a:rPr lang="en-US" sz="1100" b="1" kern="1200" dirty="0">
              <a:latin typeface="Times New Roman" panose="02020603050405020304" pitchFamily="18" charset="0"/>
              <a:cs typeface="Times New Roman" panose="02020603050405020304" pitchFamily="18" charset="0"/>
            </a:rPr>
            <a:t>OC</a:t>
          </a:r>
          <a:r>
            <a:rPr lang="en-US" sz="1100" kern="1200" dirty="0">
              <a:latin typeface="Times New Roman" panose="02020603050405020304" pitchFamily="18" charset="0"/>
              <a:cs typeface="Times New Roman" panose="02020603050405020304" pitchFamily="18" charset="0"/>
            </a:rPr>
            <a:t>)]</a:t>
          </a:r>
        </a:p>
      </dsp:txBody>
      <dsp:txXfrm>
        <a:off x="181179" y="1895010"/>
        <a:ext cx="1330482" cy="826094"/>
      </dsp:txXfrm>
    </dsp:sp>
    <dsp:sp modelId="{8CD26C2E-6906-4548-B08B-F2EF8B214D4B}">
      <dsp:nvSpPr>
        <dsp:cNvPr id="0" name=""/>
        <dsp:cNvSpPr/>
      </dsp:nvSpPr>
      <dsp:spPr>
        <a:xfrm>
          <a:off x="1935" y="3002838"/>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5D13F4A-2736-405A-A744-3E02FD8F0650}">
      <dsp:nvSpPr>
        <dsp:cNvPr id="0" name=""/>
        <dsp:cNvSpPr/>
      </dsp:nvSpPr>
      <dsp:spPr>
        <a:xfrm>
          <a:off x="155478" y="3148704"/>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33</a:t>
          </a:r>
        </a:p>
      </dsp:txBody>
      <dsp:txXfrm>
        <a:off x="181179" y="3174405"/>
        <a:ext cx="1330482" cy="826094"/>
      </dsp:txXfrm>
    </dsp:sp>
    <dsp:sp modelId="{8A3A7E71-0769-4C9D-913C-63CFC924E448}">
      <dsp:nvSpPr>
        <dsp:cNvPr id="0" name=""/>
        <dsp:cNvSpPr/>
      </dsp:nvSpPr>
      <dsp:spPr>
        <a:xfrm>
          <a:off x="1690905" y="1723443"/>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46C661B-FA9C-4C2B-9AE5-29D1A44917BA}">
      <dsp:nvSpPr>
        <dsp:cNvPr id="0" name=""/>
        <dsp:cNvSpPr/>
      </dsp:nvSpPr>
      <dsp:spPr>
        <a:xfrm>
          <a:off x="1844448" y="1869309"/>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Middle Part of the throat near the mouth[Oropharynx (</a:t>
          </a:r>
          <a:r>
            <a:rPr lang="en-US" sz="1100" b="1" kern="1200" dirty="0">
              <a:latin typeface="Times New Roman" panose="02020603050405020304" pitchFamily="18" charset="0"/>
              <a:cs typeface="Times New Roman" panose="02020603050405020304" pitchFamily="18" charset="0"/>
            </a:rPr>
            <a:t>OP</a:t>
          </a:r>
          <a:r>
            <a:rPr lang="en-US" sz="1100" kern="1200" dirty="0">
              <a:latin typeface="Times New Roman" panose="02020603050405020304" pitchFamily="18" charset="0"/>
              <a:cs typeface="Times New Roman" panose="02020603050405020304" pitchFamily="18" charset="0"/>
            </a:rPr>
            <a:t>)]</a:t>
          </a:r>
        </a:p>
      </dsp:txBody>
      <dsp:txXfrm>
        <a:off x="1870149" y="1895010"/>
        <a:ext cx="1330482" cy="826094"/>
      </dsp:txXfrm>
    </dsp:sp>
    <dsp:sp modelId="{B0FAEE6B-F006-4BBE-A011-7B5808E0E353}">
      <dsp:nvSpPr>
        <dsp:cNvPr id="0" name=""/>
        <dsp:cNvSpPr/>
      </dsp:nvSpPr>
      <dsp:spPr>
        <a:xfrm>
          <a:off x="1690905" y="3002838"/>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79D857C-40AB-41E8-B392-0DCA6ED466C5}">
      <dsp:nvSpPr>
        <dsp:cNvPr id="0" name=""/>
        <dsp:cNvSpPr/>
      </dsp:nvSpPr>
      <dsp:spPr>
        <a:xfrm>
          <a:off x="1844448" y="3148704"/>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24</a:t>
          </a:r>
        </a:p>
      </dsp:txBody>
      <dsp:txXfrm>
        <a:off x="1870149" y="3174405"/>
        <a:ext cx="1330482" cy="826094"/>
      </dsp:txXfrm>
    </dsp:sp>
    <dsp:sp modelId="{50A522EA-3C39-4C19-9612-4D8A309C39B8}">
      <dsp:nvSpPr>
        <dsp:cNvPr id="0" name=""/>
        <dsp:cNvSpPr/>
      </dsp:nvSpPr>
      <dsp:spPr>
        <a:xfrm>
          <a:off x="3379875" y="1723443"/>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EF8C666-21D5-4CB8-BC78-31822FEE47E8}">
      <dsp:nvSpPr>
        <dsp:cNvPr id="0" name=""/>
        <dsp:cNvSpPr/>
      </dsp:nvSpPr>
      <dsp:spPr>
        <a:xfrm>
          <a:off x="3533418" y="1869309"/>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Voice box [Larynx(</a:t>
          </a:r>
          <a:r>
            <a:rPr lang="en-US" sz="1100" b="1" kern="1200" dirty="0">
              <a:latin typeface="Times New Roman" panose="02020603050405020304" pitchFamily="18" charset="0"/>
              <a:cs typeface="Times New Roman" panose="02020603050405020304" pitchFamily="18" charset="0"/>
            </a:rPr>
            <a:t>L</a:t>
          </a:r>
          <a:r>
            <a:rPr lang="en-US" sz="1100" kern="1200" dirty="0">
              <a:latin typeface="Times New Roman" panose="02020603050405020304" pitchFamily="18" charset="0"/>
              <a:cs typeface="Times New Roman" panose="02020603050405020304" pitchFamily="18" charset="0"/>
            </a:rPr>
            <a:t>)],  Lower part of the throat near larynx [Hypo-larynx (</a:t>
          </a:r>
          <a:r>
            <a:rPr lang="en-US" sz="1100" b="1" kern="1200" dirty="0">
              <a:latin typeface="Times New Roman" panose="02020603050405020304" pitchFamily="18" charset="0"/>
              <a:cs typeface="Times New Roman" panose="02020603050405020304" pitchFamily="18" charset="0"/>
            </a:rPr>
            <a:t>HP</a:t>
          </a:r>
          <a:r>
            <a:rPr lang="en-US" sz="1100" kern="1200" dirty="0">
              <a:latin typeface="Times New Roman" panose="02020603050405020304" pitchFamily="18" charset="0"/>
              <a:cs typeface="Times New Roman" panose="02020603050405020304" pitchFamily="18" charset="0"/>
            </a:rPr>
            <a:t>)]</a:t>
          </a:r>
        </a:p>
      </dsp:txBody>
      <dsp:txXfrm>
        <a:off x="3559119" y="1895010"/>
        <a:ext cx="1330482" cy="826094"/>
      </dsp:txXfrm>
    </dsp:sp>
    <dsp:sp modelId="{43B9523E-BFFF-4D7A-BDB3-30C755EB6894}">
      <dsp:nvSpPr>
        <dsp:cNvPr id="0" name=""/>
        <dsp:cNvSpPr/>
      </dsp:nvSpPr>
      <dsp:spPr>
        <a:xfrm>
          <a:off x="3379875" y="3002838"/>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81DB68E5-646C-47F8-90E1-9FBE1D03DAD8}">
      <dsp:nvSpPr>
        <dsp:cNvPr id="0" name=""/>
        <dsp:cNvSpPr/>
      </dsp:nvSpPr>
      <dsp:spPr>
        <a:xfrm>
          <a:off x="3533418" y="3148704"/>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27</a:t>
          </a:r>
        </a:p>
      </dsp:txBody>
      <dsp:txXfrm>
        <a:off x="3559119" y="3174405"/>
        <a:ext cx="1330482" cy="826094"/>
      </dsp:txXfrm>
    </dsp:sp>
    <dsp:sp modelId="{83783981-30CF-43DA-9137-E17A6BC2C246}">
      <dsp:nvSpPr>
        <dsp:cNvPr id="0" name=""/>
        <dsp:cNvSpPr/>
      </dsp:nvSpPr>
      <dsp:spPr>
        <a:xfrm>
          <a:off x="5068845" y="1723443"/>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0004D27-5513-4950-9425-C250D3977DE4}">
      <dsp:nvSpPr>
        <dsp:cNvPr id="0" name=""/>
        <dsp:cNvSpPr/>
      </dsp:nvSpPr>
      <dsp:spPr>
        <a:xfrm>
          <a:off x="5222388" y="1869309"/>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Nasal cavity and paranasal sinuses, Upper part of the nasal cavity[</a:t>
          </a:r>
          <a:r>
            <a:rPr lang="en-US" sz="1100" b="1" kern="1200" dirty="0">
              <a:latin typeface="Times New Roman" panose="02020603050405020304" pitchFamily="18" charset="0"/>
              <a:cs typeface="Times New Roman" panose="02020603050405020304" pitchFamily="18" charset="0"/>
            </a:rPr>
            <a:t>Nasopharynx</a:t>
          </a:r>
          <a:r>
            <a:rPr lang="en-US" sz="1100" kern="1200" dirty="0">
              <a:latin typeface="Times New Roman" panose="02020603050405020304" pitchFamily="18" charset="0"/>
              <a:cs typeface="Times New Roman" panose="02020603050405020304" pitchFamily="18" charset="0"/>
            </a:rPr>
            <a:t>]</a:t>
          </a:r>
        </a:p>
      </dsp:txBody>
      <dsp:txXfrm>
        <a:off x="5248089" y="1895010"/>
        <a:ext cx="1330482" cy="826094"/>
      </dsp:txXfrm>
    </dsp:sp>
    <dsp:sp modelId="{BA581C83-C22E-4891-BF95-58B62FC7ED67}">
      <dsp:nvSpPr>
        <dsp:cNvPr id="0" name=""/>
        <dsp:cNvSpPr/>
      </dsp:nvSpPr>
      <dsp:spPr>
        <a:xfrm>
          <a:off x="5068845" y="3002838"/>
          <a:ext cx="1381884" cy="877496"/>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65027D78-F973-4C24-98B3-E4B42CAEBEDB}">
      <dsp:nvSpPr>
        <dsp:cNvPr id="0" name=""/>
        <dsp:cNvSpPr/>
      </dsp:nvSpPr>
      <dsp:spPr>
        <a:xfrm>
          <a:off x="5222388" y="3148704"/>
          <a:ext cx="1381884" cy="877496"/>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11</a:t>
          </a:r>
        </a:p>
      </dsp:txBody>
      <dsp:txXfrm>
        <a:off x="5248089" y="3174405"/>
        <a:ext cx="1330482" cy="8260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039CE-1B41-48E4-A9A1-6A9A5C4412C8}">
      <dsp:nvSpPr>
        <dsp:cNvPr id="0" name=""/>
        <dsp:cNvSpPr/>
      </dsp:nvSpPr>
      <dsp:spPr>
        <a:xfrm>
          <a:off x="722284" y="0"/>
          <a:ext cx="8185895" cy="249037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83B4B8-4E53-47A5-BC2B-E8821DADE1AF}">
      <dsp:nvSpPr>
        <dsp:cNvPr id="0" name=""/>
        <dsp:cNvSpPr/>
      </dsp:nvSpPr>
      <dsp:spPr>
        <a:xfrm>
          <a:off x="4819" y="747111"/>
          <a:ext cx="2318271" cy="9961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68 patients with histological grading</a:t>
          </a:r>
        </a:p>
      </dsp:txBody>
      <dsp:txXfrm>
        <a:off x="53447" y="795739"/>
        <a:ext cx="2221015" cy="898893"/>
      </dsp:txXfrm>
    </dsp:sp>
    <dsp:sp modelId="{856783C4-960D-43C2-81C1-D552D16C0C15}">
      <dsp:nvSpPr>
        <dsp:cNvPr id="0" name=""/>
        <dsp:cNvSpPr/>
      </dsp:nvSpPr>
      <dsp:spPr>
        <a:xfrm>
          <a:off x="2439004" y="747111"/>
          <a:ext cx="2318271" cy="9961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21 energy levels (40 keV, 45 keV, … 120 keV)</a:t>
          </a:r>
        </a:p>
      </dsp:txBody>
      <dsp:txXfrm>
        <a:off x="2487632" y="795739"/>
        <a:ext cx="2221015" cy="898893"/>
      </dsp:txXfrm>
    </dsp:sp>
    <dsp:sp modelId="{507B159B-09DF-4C74-B1E4-BF4882118B45}">
      <dsp:nvSpPr>
        <dsp:cNvPr id="0" name=""/>
        <dsp:cNvSpPr/>
      </dsp:nvSpPr>
      <dsp:spPr>
        <a:xfrm>
          <a:off x="4873189" y="747111"/>
          <a:ext cx="2318271" cy="9961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4019 Radiomic Features</a:t>
          </a:r>
        </a:p>
      </dsp:txBody>
      <dsp:txXfrm>
        <a:off x="4921817" y="795739"/>
        <a:ext cx="2221015" cy="898893"/>
      </dsp:txXfrm>
    </dsp:sp>
    <dsp:sp modelId="{7E260873-3A29-4C47-BEF5-BB10794C31E6}">
      <dsp:nvSpPr>
        <dsp:cNvPr id="0" name=""/>
        <dsp:cNvSpPr/>
      </dsp:nvSpPr>
      <dsp:spPr>
        <a:xfrm>
          <a:off x="7307373" y="747111"/>
          <a:ext cx="2318271" cy="9961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Data dimension: Batch size x 21 x 4019</a:t>
          </a:r>
        </a:p>
      </dsp:txBody>
      <dsp:txXfrm>
        <a:off x="7356001" y="795739"/>
        <a:ext cx="2221015" cy="89889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866D0-A0A6-4836-97F1-74658E016622}">
      <dsp:nvSpPr>
        <dsp:cNvPr id="0" name=""/>
        <dsp:cNvSpPr/>
      </dsp:nvSpPr>
      <dsp:spPr>
        <a:xfrm>
          <a:off x="0" y="901077"/>
          <a:ext cx="11823704" cy="1201437"/>
        </a:xfrm>
        <a:prstGeom prst="notchedRightArrow">
          <a:avLst/>
        </a:prstGeom>
        <a:gradFill rotWithShape="0">
          <a:gsLst>
            <a:gs pos="0">
              <a:schemeClr val="accent6"/>
            </a:gs>
            <a:gs pos="100000">
              <a:schemeClr val="accent1">
                <a:hueOff val="0"/>
                <a:satOff val="0"/>
                <a:lumOff val="0"/>
                <a:alphaOff val="0"/>
                <a:lumMod val="105000"/>
                <a:satMod val="109000"/>
                <a:tint val="81000"/>
              </a:schemeClr>
            </a:gs>
          </a:gsLst>
          <a:lin ang="5400000" scaled="0"/>
        </a:gradFill>
        <a:ln>
          <a:noFill/>
        </a:ln>
        <a:effectLst/>
      </dsp:spPr>
      <dsp:style>
        <a:lnRef idx="0">
          <a:scrgbClr r="0" g="0" b="0"/>
        </a:lnRef>
        <a:fillRef idx="1">
          <a:scrgbClr r="0" g="0" b="0"/>
        </a:fillRef>
        <a:effectRef idx="0">
          <a:scrgbClr r="0" g="0" b="0"/>
        </a:effectRef>
        <a:fontRef idx="minor"/>
      </dsp:style>
    </dsp:sp>
    <dsp:sp modelId="{1B8103B4-AEB0-459F-A163-9DBEC6D78BD4}">
      <dsp:nvSpPr>
        <dsp:cNvPr id="0" name=""/>
        <dsp:cNvSpPr/>
      </dsp:nvSpPr>
      <dsp:spPr>
        <a:xfrm>
          <a:off x="5325" y="0"/>
          <a:ext cx="2561610" cy="120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Single energy level Data(68x4019)</a:t>
          </a:r>
        </a:p>
      </dsp:txBody>
      <dsp:txXfrm>
        <a:off x="5325" y="0"/>
        <a:ext cx="2561610" cy="1201437"/>
      </dsp:txXfrm>
    </dsp:sp>
    <dsp:sp modelId="{58948323-EAA2-4578-B749-FBC321DEDA07}">
      <dsp:nvSpPr>
        <dsp:cNvPr id="0" name=""/>
        <dsp:cNvSpPr/>
      </dsp:nvSpPr>
      <dsp:spPr>
        <a:xfrm>
          <a:off x="1135951" y="1351616"/>
          <a:ext cx="300359" cy="300359"/>
        </a:xfrm>
        <a:prstGeom prst="ellipse">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FE081-CCC3-488A-BA8A-6573669CFB7A}">
      <dsp:nvSpPr>
        <dsp:cNvPr id="0" name=""/>
        <dsp:cNvSpPr/>
      </dsp:nvSpPr>
      <dsp:spPr>
        <a:xfrm>
          <a:off x="2695016" y="1802155"/>
          <a:ext cx="2561610" cy="120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Feature selection via Principal Component Analysis (PCA)</a:t>
          </a:r>
        </a:p>
      </dsp:txBody>
      <dsp:txXfrm>
        <a:off x="2695016" y="1802155"/>
        <a:ext cx="2561610" cy="1201437"/>
      </dsp:txXfrm>
    </dsp:sp>
    <dsp:sp modelId="{FB2C45B9-F02F-4D4E-A847-860046D879CF}">
      <dsp:nvSpPr>
        <dsp:cNvPr id="0" name=""/>
        <dsp:cNvSpPr/>
      </dsp:nvSpPr>
      <dsp:spPr>
        <a:xfrm>
          <a:off x="3825641" y="1351616"/>
          <a:ext cx="300359" cy="300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2EBF8-ABFF-4783-9EE8-0397D2D609C0}">
      <dsp:nvSpPr>
        <dsp:cNvPr id="0" name=""/>
        <dsp:cNvSpPr/>
      </dsp:nvSpPr>
      <dsp:spPr>
        <a:xfrm>
          <a:off x="5384707" y="0"/>
          <a:ext cx="2561610" cy="120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Data with Reduced Dimensionality</a:t>
          </a:r>
        </a:p>
      </dsp:txBody>
      <dsp:txXfrm>
        <a:off x="5384707" y="0"/>
        <a:ext cx="2561610" cy="1201437"/>
      </dsp:txXfrm>
    </dsp:sp>
    <dsp:sp modelId="{09757958-EFDD-4EB0-98D5-908530C96B6A}">
      <dsp:nvSpPr>
        <dsp:cNvPr id="0" name=""/>
        <dsp:cNvSpPr/>
      </dsp:nvSpPr>
      <dsp:spPr>
        <a:xfrm>
          <a:off x="6515332" y="1351616"/>
          <a:ext cx="300359" cy="300359"/>
        </a:xfrm>
        <a:prstGeom prst="ellipse">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8D4270-A566-4DDB-BA56-90FEA3805125}">
      <dsp:nvSpPr>
        <dsp:cNvPr id="0" name=""/>
        <dsp:cNvSpPr/>
      </dsp:nvSpPr>
      <dsp:spPr>
        <a:xfrm>
          <a:off x="8074397" y="1802155"/>
          <a:ext cx="2561610" cy="120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Multilayer Perceptron  </a:t>
          </a:r>
        </a:p>
      </dsp:txBody>
      <dsp:txXfrm>
        <a:off x="8074397" y="1802155"/>
        <a:ext cx="2561610" cy="1201437"/>
      </dsp:txXfrm>
    </dsp:sp>
    <dsp:sp modelId="{AC7720E9-D504-47EF-9AE0-B80FEE717EA4}">
      <dsp:nvSpPr>
        <dsp:cNvPr id="0" name=""/>
        <dsp:cNvSpPr/>
      </dsp:nvSpPr>
      <dsp:spPr>
        <a:xfrm>
          <a:off x="9205023" y="1351616"/>
          <a:ext cx="300359" cy="300359"/>
        </a:xfrm>
        <a:prstGeom prst="ellipse">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D1F1E-C7A7-424F-A4D4-41FB7F1D204C}">
      <dsp:nvSpPr>
        <dsp:cNvPr id="0" name=""/>
        <dsp:cNvSpPr/>
      </dsp:nvSpPr>
      <dsp:spPr>
        <a:xfrm>
          <a:off x="4308" y="107368"/>
          <a:ext cx="1883845" cy="1130307"/>
        </a:xfrm>
        <a:prstGeom prst="roundRect">
          <a:avLst>
            <a:gd name="adj" fmla="val 10000"/>
          </a:avLst>
        </a:prstGeom>
        <a:solidFill>
          <a:schemeClr val="accent2">
            <a:lumMod val="60000"/>
            <a:lumOff val="4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Radiomic features</a:t>
          </a:r>
        </a:p>
      </dsp:txBody>
      <dsp:txXfrm>
        <a:off x="37414" y="140474"/>
        <a:ext cx="1817633" cy="1064095"/>
      </dsp:txXfrm>
    </dsp:sp>
    <dsp:sp modelId="{F9333D09-2680-463D-A627-165896321D8D}">
      <dsp:nvSpPr>
        <dsp:cNvPr id="0" name=""/>
        <dsp:cNvSpPr/>
      </dsp:nvSpPr>
      <dsp:spPr>
        <a:xfrm>
          <a:off x="2076538" y="438925"/>
          <a:ext cx="399375" cy="467193"/>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076538" y="532364"/>
        <a:ext cx="279563" cy="280315"/>
      </dsp:txXfrm>
    </dsp:sp>
    <dsp:sp modelId="{BBBEDB62-0D88-4FC8-9F71-01F8B959BE49}">
      <dsp:nvSpPr>
        <dsp:cNvPr id="0" name=""/>
        <dsp:cNvSpPr/>
      </dsp:nvSpPr>
      <dsp:spPr>
        <a:xfrm>
          <a:off x="2641692" y="107368"/>
          <a:ext cx="1883845" cy="1130307"/>
        </a:xfrm>
        <a:prstGeom prst="roundRect">
          <a:avLst>
            <a:gd name="adj" fmla="val 10000"/>
          </a:avLst>
        </a:prstGeom>
        <a:solidFill>
          <a:schemeClr val="accent1">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Principal Component Analysis (PCA)</a:t>
          </a:r>
        </a:p>
      </dsp:txBody>
      <dsp:txXfrm>
        <a:off x="2674798" y="140474"/>
        <a:ext cx="1817633" cy="1064095"/>
      </dsp:txXfrm>
    </dsp:sp>
    <dsp:sp modelId="{71C0E04B-3CEF-447F-AFD8-1DA8259303BC}">
      <dsp:nvSpPr>
        <dsp:cNvPr id="0" name=""/>
        <dsp:cNvSpPr/>
      </dsp:nvSpPr>
      <dsp:spPr>
        <a:xfrm>
          <a:off x="4713922" y="438925"/>
          <a:ext cx="399375" cy="467193"/>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4713922" y="532364"/>
        <a:ext cx="279563" cy="280315"/>
      </dsp:txXfrm>
    </dsp:sp>
    <dsp:sp modelId="{7EEB18F2-92F3-4911-8A96-0C73901803A9}">
      <dsp:nvSpPr>
        <dsp:cNvPr id="0" name=""/>
        <dsp:cNvSpPr/>
      </dsp:nvSpPr>
      <dsp:spPr>
        <a:xfrm>
          <a:off x="5279076" y="107368"/>
          <a:ext cx="1883845" cy="1130307"/>
        </a:xfrm>
        <a:prstGeom prst="roundRect">
          <a:avLst>
            <a:gd name="adj" fmla="val 10000"/>
          </a:avLst>
        </a:prstGeom>
        <a:solidFill>
          <a:srgbClr val="00B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Selected Important Features</a:t>
          </a:r>
        </a:p>
      </dsp:txBody>
      <dsp:txXfrm>
        <a:off x="5312182" y="140474"/>
        <a:ext cx="1817633" cy="1064095"/>
      </dsp:txXfrm>
    </dsp:sp>
    <dsp:sp modelId="{B5393AB5-993D-42E2-8B53-6481B63CF62A}">
      <dsp:nvSpPr>
        <dsp:cNvPr id="0" name=""/>
        <dsp:cNvSpPr/>
      </dsp:nvSpPr>
      <dsp:spPr>
        <a:xfrm>
          <a:off x="7351306" y="438925"/>
          <a:ext cx="399375" cy="467193"/>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7351306" y="532364"/>
        <a:ext cx="279563" cy="280315"/>
      </dsp:txXfrm>
    </dsp:sp>
    <dsp:sp modelId="{3E672799-5E05-45C4-8584-94758FA4F005}">
      <dsp:nvSpPr>
        <dsp:cNvPr id="0" name=""/>
        <dsp:cNvSpPr/>
      </dsp:nvSpPr>
      <dsp:spPr>
        <a:xfrm>
          <a:off x="7916459" y="107368"/>
          <a:ext cx="1883845" cy="113030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Supervised Classifier (MLP)</a:t>
          </a:r>
        </a:p>
      </dsp:txBody>
      <dsp:txXfrm>
        <a:off x="7949565" y="140474"/>
        <a:ext cx="1817633" cy="106409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718D7-D489-4F77-8ABA-3DD52CD5921E}">
      <dsp:nvSpPr>
        <dsp:cNvPr id="0" name=""/>
        <dsp:cNvSpPr/>
      </dsp:nvSpPr>
      <dsp:spPr>
        <a:xfrm>
          <a:off x="0" y="12559"/>
          <a:ext cx="6666833" cy="1216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DECT has the potential to provide better insight into HNSCC</a:t>
          </a:r>
        </a:p>
      </dsp:txBody>
      <dsp:txXfrm>
        <a:off x="59399" y="71958"/>
        <a:ext cx="6548035" cy="1098002"/>
      </dsp:txXfrm>
    </dsp:sp>
    <dsp:sp modelId="{76D00D43-692D-43E8-B52E-67A6151F6CB9}">
      <dsp:nvSpPr>
        <dsp:cNvPr id="0" name=""/>
        <dsp:cNvSpPr/>
      </dsp:nvSpPr>
      <dsp:spPr>
        <a:xfrm>
          <a:off x="0" y="1416560"/>
          <a:ext cx="6666833" cy="1216800"/>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Small dataset with higher dimensionality has a higher tendency of increasing data complexity and model overfitting</a:t>
          </a:r>
        </a:p>
      </dsp:txBody>
      <dsp:txXfrm>
        <a:off x="59399" y="1475959"/>
        <a:ext cx="6548035" cy="1098002"/>
      </dsp:txXfrm>
    </dsp:sp>
    <dsp:sp modelId="{20E58C92-A3A5-4C8E-A2D7-C9B6D8905BE0}">
      <dsp:nvSpPr>
        <dsp:cNvPr id="0" name=""/>
        <dsp:cNvSpPr/>
      </dsp:nvSpPr>
      <dsp:spPr>
        <a:xfrm>
          <a:off x="0" y="2820560"/>
          <a:ext cx="6666833" cy="1216800"/>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Dimension reduction techniques such as PCA may reduce the data complexity with slight variation on prediction performance</a:t>
          </a:r>
        </a:p>
      </dsp:txBody>
      <dsp:txXfrm>
        <a:off x="59399" y="2879959"/>
        <a:ext cx="6548035" cy="1098002"/>
      </dsp:txXfrm>
    </dsp:sp>
    <dsp:sp modelId="{7E46E9F2-71D0-41A3-81CF-D264FD91C8C2}">
      <dsp:nvSpPr>
        <dsp:cNvPr id="0" name=""/>
        <dsp:cNvSpPr/>
      </dsp:nvSpPr>
      <dsp:spPr>
        <a:xfrm>
          <a:off x="0" y="4224560"/>
          <a:ext cx="6666833" cy="121680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Research potential for energy dependency of feature analysis</a:t>
          </a:r>
        </a:p>
      </dsp:txBody>
      <dsp:txXfrm>
        <a:off x="59399" y="4283959"/>
        <a:ext cx="6548035" cy="109800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B13DED-72E0-473F-9553-6EE4B2C96362}" type="datetimeFigureOut">
              <a:rPr lang="en-US" smtClean="0"/>
              <a:t>5/10/2023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D3E87-FD95-42E2-9F48-65B293595DAB}" type="slidenum">
              <a:rPr lang="en-US" smtClean="0"/>
              <a:t>‹#›</a:t>
            </a:fld>
            <a:endParaRPr lang="en-US"/>
          </a:p>
        </p:txBody>
      </p:sp>
    </p:spTree>
    <p:extLst>
      <p:ext uri="{BB962C8B-B14F-4D97-AF65-F5344CB8AC3E}">
        <p14:creationId xmlns:p14="http://schemas.microsoft.com/office/powerpoint/2010/main" val="691983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7725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Improved tissue characterization: DECT allows for the acquisition of images at different energy levels, which can provide additional information about the composition and properties of tissues. This can help in better characterizing different types of tissues, such as differentiating between different types of tumors, identifying the presence of calcifications or iodine contrast agents, and detecting subtle changes in tissue density or composition.</a:t>
            </a:r>
          </a:p>
          <a:p>
            <a:endParaRPr lang="en-US" dirty="0"/>
          </a:p>
          <a:p>
            <a:r>
              <a:rPr lang="en-US" dirty="0"/>
              <a:t>Enhanced diagnostic accuracy: DECT has been shown to improve diagnostic accuracy in various clinical scenarios, such as detection of pulmonary embolism, evaluation of renal stones, assessment of gout, and identification of different types of lesions. The ability to differentiate tissues with greater accuracy can aid in more accurate diagnosis and treatment planning.</a:t>
            </a:r>
          </a:p>
          <a:p>
            <a:endParaRPr lang="en-US" dirty="0"/>
          </a:p>
          <a:p>
            <a:r>
              <a:rPr lang="en-US" dirty="0"/>
              <a:t>Quantitative analysis: DECT enables quantitative analysis of various parameters, such as iodine concentration, electron density, and material decomposition, which can provide valuable information for assessing treatment response, monitoring disease progression, and evaluating treatment efficacy.</a:t>
            </a:r>
          </a:p>
          <a:p>
            <a:endParaRPr lang="en-US" dirty="0"/>
          </a:p>
          <a:p>
            <a:r>
              <a:rPr lang="en-US" dirty="0"/>
              <a:t>Reduced artifacts and improved image quality: DECT can help reduce artifacts that may occur in traditional CT imaging, such as metal artifacts or beam-hardening artifacts. This can result in improved image quality, allowing for better visualization and assessment of anatomical structures and lesions.</a:t>
            </a:r>
          </a:p>
          <a:p>
            <a:endParaRPr lang="en-US" dirty="0"/>
          </a:p>
          <a:p>
            <a:r>
              <a:rPr lang="en-US" dirty="0"/>
              <a:t>Potential for advanced applications: DECT has the potential for advanced applications, such as virtual non-contrast imaging, virtual monochromatic imaging, and material decomposition imaging. These advanced techniques can provide additional information and insights into different tissues and conditions, expanding the capabilities of CT imaging for various clinical applications.</a:t>
            </a:r>
          </a:p>
          <a:p>
            <a:endParaRPr lang="en-US" dirty="0"/>
          </a:p>
          <a:p>
            <a:r>
              <a:rPr lang="en-US" dirty="0"/>
              <a:t>Research and innovation: DECT has been a topic of active research and innovation in the field of radiology and medical imaging, with ongoing advancements and developments in DECT technologies, algorithms, and applications. The motivation behind DECT also includes driving further research and innovation in the field, exploring new possibilities and applications, and pushing the boundaries of CT imaging capabilities.</a:t>
            </a:r>
          </a:p>
          <a:p>
            <a:endParaRPr lang="en-US" dirty="0"/>
          </a:p>
        </p:txBody>
      </p:sp>
      <p:sp>
        <p:nvSpPr>
          <p:cNvPr id="4" name="Slide Number Placeholder 3"/>
          <p:cNvSpPr>
            <a:spLocks noGrp="1"/>
          </p:cNvSpPr>
          <p:nvPr>
            <p:ph type="sldNum" sz="quarter" idx="5"/>
          </p:nvPr>
        </p:nvSpPr>
        <p:spPr/>
        <p:txBody>
          <a:bodyPr/>
          <a:lstStyle/>
          <a:p>
            <a:fld id="{C31D3E87-FD95-42E2-9F48-65B293595DAB}" type="slidenum">
              <a:rPr lang="en-US" smtClean="0"/>
              <a:t>3</a:t>
            </a:fld>
            <a:endParaRPr lang="en-US"/>
          </a:p>
        </p:txBody>
      </p:sp>
    </p:spTree>
    <p:extLst>
      <p:ext uri="{BB962C8B-B14F-4D97-AF65-F5344CB8AC3E}">
        <p14:creationId xmlns:p14="http://schemas.microsoft.com/office/powerpoint/2010/main" val="3694320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D3E87-FD95-42E2-9F48-65B293595DAB}" type="slidenum">
              <a:rPr lang="en-US" smtClean="0"/>
              <a:t>10</a:t>
            </a:fld>
            <a:endParaRPr lang="en-US"/>
          </a:p>
        </p:txBody>
      </p:sp>
    </p:spTree>
    <p:extLst>
      <p:ext uri="{BB962C8B-B14F-4D97-AF65-F5344CB8AC3E}">
        <p14:creationId xmlns:p14="http://schemas.microsoft.com/office/powerpoint/2010/main" val="2216200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D3E87-FD95-42E2-9F48-65B293595DAB}" type="slidenum">
              <a:rPr lang="en-US" smtClean="0"/>
              <a:t>11</a:t>
            </a:fld>
            <a:endParaRPr lang="en-US"/>
          </a:p>
        </p:txBody>
      </p:sp>
    </p:spTree>
    <p:extLst>
      <p:ext uri="{BB962C8B-B14F-4D97-AF65-F5344CB8AC3E}">
        <p14:creationId xmlns:p14="http://schemas.microsoft.com/office/powerpoint/2010/main" val="4084898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67865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78AB-74A0-0934-2199-70B1BF4B2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A9090A-C593-4D27-3E0D-2FEF11A50D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352619-9E15-0A1D-0F88-320AE0E6838A}"/>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D8657546-BB5B-156C-3604-4179EE63E4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043DEA-0083-0817-92DC-C31782501A4F}"/>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2542086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1C56C-737A-5A98-83FE-588667D3A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BA9BB4-8770-9459-0733-73E37F6DFF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81020B-8D43-6E1D-0FA1-D9C97888FE75}"/>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63AB8491-1775-0F99-2E6C-EB8F7AB22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F8FE9-C9C5-11EA-23A1-CB66339CD658}"/>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268367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F7B0-DD80-D2C0-2B00-733413BB93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CBB3DC-EB2D-65B8-BE2A-D66E990E3D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C71F2A-54F0-290D-4E0C-C4B292D66719}"/>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86884656-1374-904D-AE14-4CB9C127C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2938E-80C5-F677-6B34-783992577931}"/>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360213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5E6BA-5D32-14B9-6785-AF09D3A9AD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C8651D-F726-6D19-0FD2-F4C4D3A108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7CED4E-B9BB-0F1A-A09B-8C606CE7E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390A8-0DEB-6654-4996-DE30FCCE8EF3}"/>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6" name="Footer Placeholder 5">
            <a:extLst>
              <a:ext uri="{FF2B5EF4-FFF2-40B4-BE49-F238E27FC236}">
                <a16:creationId xmlns:a16="http://schemas.microsoft.com/office/drawing/2014/main" id="{A7A64B54-B1D1-6B69-02F7-995835F03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0010E9-109E-92E2-3F98-0F34D68E527D}"/>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3226159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21FD-33CD-57B5-CA62-9CEF2A3D9B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D686C-657C-EE17-8EA4-2D13B71C30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303DC-E6E4-557F-584F-0454675097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A395C2-9385-233A-4A5D-2024A5D3D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61A2D-BB35-019C-36CF-B155DF4127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E6CA1A-0934-5A02-81ED-81E52EBAB01C}"/>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8" name="Footer Placeholder 7">
            <a:extLst>
              <a:ext uri="{FF2B5EF4-FFF2-40B4-BE49-F238E27FC236}">
                <a16:creationId xmlns:a16="http://schemas.microsoft.com/office/drawing/2014/main" id="{1510D008-4D00-FD9F-0831-38E4862B1A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BCE25-9FE7-1BBF-5F96-172CE90E64B9}"/>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3776629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338B-EA2A-93D7-D8BC-317F5AB28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054FF0-0B18-63E4-400E-6F763FD7E9C2}"/>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4" name="Footer Placeholder 3">
            <a:extLst>
              <a:ext uri="{FF2B5EF4-FFF2-40B4-BE49-F238E27FC236}">
                <a16:creationId xmlns:a16="http://schemas.microsoft.com/office/drawing/2014/main" id="{04F3DA68-AACD-8AD1-3179-43469C09BC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F0AF86-911F-905A-5987-5768D6187385}"/>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268919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BE802A-753B-C21E-1B4A-9ACC5A86A4F2}"/>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3" name="Footer Placeholder 2">
            <a:extLst>
              <a:ext uri="{FF2B5EF4-FFF2-40B4-BE49-F238E27FC236}">
                <a16:creationId xmlns:a16="http://schemas.microsoft.com/office/drawing/2014/main" id="{F9253339-D1ED-1F9B-E296-F062C2A539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DBE6F0-A0B9-4F35-8A8D-FB67256399BC}"/>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833144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91CF-A3F6-3006-EDD2-207F46D6E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3A0710-6FD1-DBB2-7D61-77966D702F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BC70BF-6F53-1FA9-430B-51582E5B1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13A06-986C-6AA2-96C6-0D2BD3A3962B}"/>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6" name="Footer Placeholder 5">
            <a:extLst>
              <a:ext uri="{FF2B5EF4-FFF2-40B4-BE49-F238E27FC236}">
                <a16:creationId xmlns:a16="http://schemas.microsoft.com/office/drawing/2014/main" id="{5C7C463C-C8CF-5AD9-C65B-67D979F16F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085751-C09B-FBC1-E05A-E969B41BFA8A}"/>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376846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CFC0-0C85-921D-9976-07FF2601F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B3153C-86D1-540B-B1CE-06D63958B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B772A6-B91D-D18B-11F4-E83C04851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363D0-5D79-20B8-6797-2ABE6F730BE1}"/>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6" name="Footer Placeholder 5">
            <a:extLst>
              <a:ext uri="{FF2B5EF4-FFF2-40B4-BE49-F238E27FC236}">
                <a16:creationId xmlns:a16="http://schemas.microsoft.com/office/drawing/2014/main" id="{02F900D7-DA79-A3D7-66F1-C25D704465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AF4DC2-6E5B-9F68-4CA8-283DB11DB32B}"/>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1020986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E2BB-7C66-28B1-549F-1BC743634A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1564B0-C00A-8BA9-FC8F-AD8AAEF1DC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5D07F-562E-02BE-263F-EEB727966501}"/>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6F5A4B85-8D0A-2A91-8616-2862F3D48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B06665-E3B8-B5D1-A46B-2D416A8E03BE}"/>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64887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65F2F-5471-CF78-F72F-99FF7026F9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D14940-144E-86E3-40FB-A93CAE782E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16B880-61FE-F872-44AA-941640464FDC}"/>
              </a:ext>
            </a:extLst>
          </p:cNvPr>
          <p:cNvSpPr>
            <a:spLocks noGrp="1"/>
          </p:cNvSpPr>
          <p:nvPr>
            <p:ph type="dt" sz="half" idx="10"/>
          </p:nvPr>
        </p:nvSpPr>
        <p:spPr/>
        <p:txBody>
          <a:body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27183A06-619F-0AED-107E-F48A747FF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8A78B-2455-4A6E-21C2-CC62574C1330}"/>
              </a:ext>
            </a:extLst>
          </p:cNvPr>
          <p:cNvSpPr>
            <a:spLocks noGrp="1"/>
          </p:cNvSpPr>
          <p:nvPr>
            <p:ph type="sldNum" sz="quarter" idx="12"/>
          </p:nvPr>
        </p:nvSpPr>
        <p:spPr/>
        <p:txBody>
          <a:bodyPr/>
          <a:lstStyle/>
          <a:p>
            <a:fld id="{22E71A51-DCB7-473C-8595-C43678CA7091}" type="slidenum">
              <a:rPr lang="en-US" smtClean="0"/>
              <a:t>‹#›</a:t>
            </a:fld>
            <a:endParaRPr lang="en-US"/>
          </a:p>
        </p:txBody>
      </p:sp>
    </p:spTree>
    <p:extLst>
      <p:ext uri="{BB962C8B-B14F-4D97-AF65-F5344CB8AC3E}">
        <p14:creationId xmlns:p14="http://schemas.microsoft.com/office/powerpoint/2010/main" val="1212041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6" name="Shape 6"/>
          <p:cNvSpPr>
            <a:spLocks noGrp="1"/>
          </p:cNvSpPr>
          <p:nvPr>
            <p:ph type="title"/>
          </p:nvPr>
        </p:nvSpPr>
        <p:spPr>
          <a:xfrm>
            <a:off x="1524000" y="0"/>
            <a:ext cx="9144000" cy="3509963"/>
          </a:xfrm>
          <a:prstGeom prst="rect">
            <a:avLst/>
          </a:prstGeom>
        </p:spPr>
        <p:txBody>
          <a:bodyPr anchor="b"/>
          <a:lstStyle>
            <a:lvl1pPr algn="ctr">
              <a:defRPr sz="6000"/>
            </a:lvl1pPr>
          </a:lstStyle>
          <a:p>
            <a:pPr lvl="0">
              <a:defRPr sz="1800"/>
            </a:pPr>
            <a:r>
              <a:rPr sz="6000"/>
              <a:t>Title Text</a:t>
            </a:r>
          </a:p>
        </p:txBody>
      </p:sp>
      <p:sp>
        <p:nvSpPr>
          <p:cNvPr id="7" name="Shape 7"/>
          <p:cNvSpPr>
            <a:spLocks noGrp="1"/>
          </p:cNvSpPr>
          <p:nvPr>
            <p:ph type="body" idx="1"/>
          </p:nvPr>
        </p:nvSpPr>
        <p:spPr>
          <a:xfrm>
            <a:off x="1524000" y="3602037"/>
            <a:ext cx="9144000" cy="3255963"/>
          </a:xfrm>
          <a:prstGeom prst="rect">
            <a:avLst/>
          </a:prstGeom>
        </p:spPr>
        <p:txBody>
          <a:bodyPr/>
          <a:lstStyle>
            <a:lvl1pPr algn="ctr">
              <a:buFontTx/>
              <a:defRPr sz="2400"/>
            </a:lvl1pPr>
            <a:lvl2pPr algn="ctr">
              <a:buFontTx/>
              <a:defRPr sz="2400"/>
            </a:lvl2pPr>
            <a:lvl3pPr algn="ctr">
              <a:buFontTx/>
              <a:defRPr sz="2400"/>
            </a:lvl3pPr>
            <a:lvl4pPr algn="ctr">
              <a:buFontTx/>
              <a:defRPr sz="2400"/>
            </a:lvl4pPr>
            <a:lvl5pPr algn="ctr">
              <a:buFontTx/>
              <a:defRPr sz="2400"/>
            </a:lvl5pPr>
          </a:lstStyle>
          <a:p>
            <a:pPr lvl="0">
              <a:defRPr sz="1800"/>
            </a:pPr>
            <a:r>
              <a:rPr sz="2400"/>
              <a:t>Body Level One</a:t>
            </a:r>
          </a:p>
          <a:p>
            <a:pPr lvl="1">
              <a:defRPr sz="1800"/>
            </a:pPr>
            <a:r>
              <a:rPr sz="2400"/>
              <a:t>Body Level Two</a:t>
            </a:r>
          </a:p>
          <a:p>
            <a:pPr lvl="2">
              <a:defRPr sz="1800"/>
            </a:pPr>
            <a:r>
              <a:rPr sz="2400"/>
              <a:t>Body Level Three</a:t>
            </a:r>
          </a:p>
          <a:p>
            <a:pPr lvl="3">
              <a:defRPr sz="1800"/>
            </a:pPr>
            <a:r>
              <a:rPr sz="2400"/>
              <a:t>Body Level Four</a:t>
            </a:r>
          </a:p>
          <a:p>
            <a:pPr lvl="4">
              <a:defRPr sz="1800"/>
            </a:pPr>
            <a:r>
              <a:rPr sz="2400"/>
              <a:t>Body Level Five</a:t>
            </a:r>
          </a:p>
        </p:txBody>
      </p:sp>
      <p:sp>
        <p:nvSpPr>
          <p:cNvPr id="8" name="Shape 8"/>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207694751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defRPr sz="1800"/>
            </a:pPr>
            <a:r>
              <a:rPr sz="4400"/>
              <a:t>Title Text</a:t>
            </a:r>
          </a:p>
        </p:txBody>
      </p:sp>
      <p:sp>
        <p:nvSpPr>
          <p:cNvPr id="11" name="Shape 11"/>
          <p:cNvSpPr>
            <a:spLocks noGrp="1"/>
          </p:cNvSpPr>
          <p:nvPr>
            <p:ph type="body" idx="1"/>
          </p:nvPr>
        </p:nvSpPr>
        <p:spPr>
          <a:prstGeom prst="rect">
            <a:avLst/>
          </a:prstGeom>
        </p:spPr>
        <p:txBody>
          <a:body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12" name="Shape 12"/>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236136241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14" name="Shape 14"/>
          <p:cNvSpPr>
            <a:spLocks noGrp="1"/>
          </p:cNvSpPr>
          <p:nvPr>
            <p:ph type="title"/>
          </p:nvPr>
        </p:nvSpPr>
        <p:spPr>
          <a:xfrm>
            <a:off x="831850" y="0"/>
            <a:ext cx="10515600" cy="4562475"/>
          </a:xfrm>
          <a:prstGeom prst="rect">
            <a:avLst/>
          </a:prstGeom>
        </p:spPr>
        <p:txBody>
          <a:bodyPr anchor="b"/>
          <a:lstStyle>
            <a:lvl1pPr>
              <a:defRPr sz="6000"/>
            </a:lvl1pPr>
          </a:lstStyle>
          <a:p>
            <a:pPr lvl="0">
              <a:defRPr sz="1800"/>
            </a:pPr>
            <a:r>
              <a:rPr sz="6000"/>
              <a:t>Title Text</a:t>
            </a:r>
          </a:p>
        </p:txBody>
      </p:sp>
      <p:sp>
        <p:nvSpPr>
          <p:cNvPr id="15" name="Shape 15"/>
          <p:cNvSpPr>
            <a:spLocks noGrp="1"/>
          </p:cNvSpPr>
          <p:nvPr>
            <p:ph type="body" idx="1"/>
          </p:nvPr>
        </p:nvSpPr>
        <p:spPr>
          <a:xfrm>
            <a:off x="831850" y="4589462"/>
            <a:ext cx="10515600" cy="2268538"/>
          </a:xfrm>
          <a:prstGeom prst="rect">
            <a:avLst/>
          </a:prstGeom>
        </p:spPr>
        <p:txBody>
          <a:bodyPr/>
          <a:lstStyle>
            <a:lvl1pPr>
              <a:buFontTx/>
              <a:defRPr sz="2400">
                <a:solidFill>
                  <a:srgbClr val="888888"/>
                </a:solidFill>
              </a:defRPr>
            </a:lvl1pPr>
            <a:lvl2pPr>
              <a:buFontTx/>
              <a:defRPr sz="2400">
                <a:solidFill>
                  <a:srgbClr val="888888"/>
                </a:solidFill>
              </a:defRPr>
            </a:lvl2pPr>
            <a:lvl3pPr>
              <a:buFontTx/>
              <a:defRPr sz="2400">
                <a:solidFill>
                  <a:srgbClr val="888888"/>
                </a:solidFill>
              </a:defRPr>
            </a:lvl3pPr>
            <a:lvl4pPr>
              <a:buFontTx/>
              <a:defRPr sz="2400">
                <a:solidFill>
                  <a:srgbClr val="888888"/>
                </a:solidFill>
              </a:defRPr>
            </a:lvl4pPr>
            <a:lvl5pPr>
              <a:buFontTx/>
              <a:defRPr sz="2400">
                <a:solidFill>
                  <a:srgbClr val="888888"/>
                </a:solidFill>
              </a:defRPr>
            </a:lvl5pPr>
          </a:lstStyle>
          <a:p>
            <a:pPr lvl="0">
              <a:defRPr sz="1800">
                <a:solidFill>
                  <a:srgbClr val="000000"/>
                </a:solidFill>
              </a:defRPr>
            </a:pPr>
            <a:r>
              <a:rPr sz="2400">
                <a:solidFill>
                  <a:srgbClr val="888888"/>
                </a:solidFill>
              </a:rPr>
              <a:t>Body Level One</a:t>
            </a:r>
          </a:p>
          <a:p>
            <a:pPr lvl="1">
              <a:defRPr sz="1800">
                <a:solidFill>
                  <a:srgbClr val="000000"/>
                </a:solidFill>
              </a:defRPr>
            </a:pPr>
            <a:r>
              <a:rPr sz="2400">
                <a:solidFill>
                  <a:srgbClr val="888888"/>
                </a:solidFill>
              </a:rPr>
              <a:t>Body Level Two</a:t>
            </a:r>
          </a:p>
          <a:p>
            <a:pPr lvl="2">
              <a:defRPr sz="1800">
                <a:solidFill>
                  <a:srgbClr val="000000"/>
                </a:solidFill>
              </a:defRPr>
            </a:pPr>
            <a:r>
              <a:rPr sz="2400">
                <a:solidFill>
                  <a:srgbClr val="888888"/>
                </a:solidFill>
              </a:rPr>
              <a:t>Body Level Three</a:t>
            </a:r>
          </a:p>
          <a:p>
            <a:pPr lvl="3">
              <a:defRPr sz="1800">
                <a:solidFill>
                  <a:srgbClr val="000000"/>
                </a:solidFill>
              </a:defRPr>
            </a:pPr>
            <a:r>
              <a:rPr sz="2400">
                <a:solidFill>
                  <a:srgbClr val="888888"/>
                </a:solidFill>
              </a:rPr>
              <a:t>Body Level Four</a:t>
            </a:r>
          </a:p>
          <a:p>
            <a:pPr lvl="4">
              <a:defRPr sz="1800">
                <a:solidFill>
                  <a:srgbClr val="000000"/>
                </a:solidFill>
              </a:defRPr>
            </a:pPr>
            <a:r>
              <a:rPr sz="2400">
                <a:solidFill>
                  <a:srgbClr val="888888"/>
                </a:solidFill>
              </a:rPr>
              <a:t>Body Level Five</a:t>
            </a:r>
          </a:p>
        </p:txBody>
      </p:sp>
      <p:sp>
        <p:nvSpPr>
          <p:cNvPr id="16" name="Shape 16"/>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177405959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18" name="Shape 18"/>
          <p:cNvSpPr>
            <a:spLocks noGrp="1"/>
          </p:cNvSpPr>
          <p:nvPr>
            <p:ph type="title"/>
          </p:nvPr>
        </p:nvSpPr>
        <p:spPr>
          <a:prstGeom prst="rect">
            <a:avLst/>
          </a:prstGeom>
        </p:spPr>
        <p:txBody>
          <a:bodyPr/>
          <a:lstStyle/>
          <a:p>
            <a:pPr lvl="0">
              <a:defRPr sz="1800"/>
            </a:pPr>
            <a:r>
              <a:rPr sz="4400"/>
              <a:t>Title Text</a:t>
            </a:r>
          </a:p>
        </p:txBody>
      </p:sp>
      <p:sp>
        <p:nvSpPr>
          <p:cNvPr id="19" name="Shape 19"/>
          <p:cNvSpPr>
            <a:spLocks noGrp="1"/>
          </p:cNvSpPr>
          <p:nvPr>
            <p:ph type="body" idx="1"/>
          </p:nvPr>
        </p:nvSpPr>
        <p:spPr>
          <a:xfrm>
            <a:off x="838200" y="1825625"/>
            <a:ext cx="5181600" cy="5032375"/>
          </a:xfrm>
          <a:prstGeom prst="rect">
            <a:avLst/>
          </a:prstGeom>
        </p:spPr>
        <p:txBody>
          <a:body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20" name="Shape 20"/>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10922812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22" name="Shape 22"/>
          <p:cNvSpPr>
            <a:spLocks noGrp="1"/>
          </p:cNvSpPr>
          <p:nvPr>
            <p:ph type="title"/>
          </p:nvPr>
        </p:nvSpPr>
        <p:spPr>
          <a:xfrm>
            <a:off x="839787" y="365125"/>
            <a:ext cx="10515601" cy="1325563"/>
          </a:xfrm>
          <a:prstGeom prst="rect">
            <a:avLst/>
          </a:prstGeom>
        </p:spPr>
        <p:txBody>
          <a:bodyPr/>
          <a:lstStyle/>
          <a:p>
            <a:pPr lvl="0">
              <a:defRPr sz="1800"/>
            </a:pPr>
            <a:r>
              <a:rPr sz="4400"/>
              <a:t>Title Text</a:t>
            </a:r>
          </a:p>
        </p:txBody>
      </p:sp>
      <p:sp>
        <p:nvSpPr>
          <p:cNvPr id="23" name="Shape 23"/>
          <p:cNvSpPr>
            <a:spLocks noGrp="1"/>
          </p:cNvSpPr>
          <p:nvPr>
            <p:ph type="body" idx="1"/>
          </p:nvPr>
        </p:nvSpPr>
        <p:spPr>
          <a:xfrm>
            <a:off x="839787" y="1681163"/>
            <a:ext cx="5157789" cy="823913"/>
          </a:xfrm>
          <a:prstGeom prst="rect">
            <a:avLst/>
          </a:prstGeom>
        </p:spPr>
        <p:txBody>
          <a:bodyPr anchor="b"/>
          <a:lstStyle>
            <a:lvl1pPr>
              <a:buFontTx/>
              <a:defRPr sz="2400" b="1"/>
            </a:lvl1pPr>
            <a:lvl2pPr>
              <a:buFontTx/>
              <a:defRPr sz="2400" b="1"/>
            </a:lvl2pPr>
            <a:lvl3pPr>
              <a:buFontTx/>
              <a:defRPr sz="2400" b="1"/>
            </a:lvl3pPr>
            <a:lvl4pPr>
              <a:buFontTx/>
              <a:defRPr sz="2400" b="1"/>
            </a:lvl4pPr>
            <a:lvl5pPr>
              <a:buFontTx/>
              <a:defRPr sz="2400" b="1"/>
            </a:lvl5pPr>
          </a:lstStyle>
          <a:p>
            <a:pPr lvl="0">
              <a:defRPr sz="1800" b="0"/>
            </a:pPr>
            <a:r>
              <a:rPr sz="2400" b="1"/>
              <a:t>Body Level One</a:t>
            </a:r>
          </a:p>
          <a:p>
            <a:pPr lvl="1">
              <a:defRPr sz="1800" b="0"/>
            </a:pPr>
            <a:r>
              <a:rPr sz="2400" b="1"/>
              <a:t>Body Level Two</a:t>
            </a:r>
          </a:p>
          <a:p>
            <a:pPr lvl="2">
              <a:defRPr sz="1800" b="0"/>
            </a:pPr>
            <a:r>
              <a:rPr sz="2400" b="1"/>
              <a:t>Body Level Three</a:t>
            </a:r>
          </a:p>
          <a:p>
            <a:pPr lvl="3">
              <a:defRPr sz="1800" b="0"/>
            </a:pPr>
            <a:r>
              <a:rPr sz="2400" b="1"/>
              <a:t>Body Level Four</a:t>
            </a:r>
          </a:p>
          <a:p>
            <a:pPr lvl="4">
              <a:defRPr sz="1800" b="0"/>
            </a:pPr>
            <a:r>
              <a:rPr sz="2400" b="1"/>
              <a:t>Body Level Five</a:t>
            </a:r>
          </a:p>
        </p:txBody>
      </p:sp>
      <p:sp>
        <p:nvSpPr>
          <p:cNvPr id="24" name="Shape 24"/>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105264832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26" name="Shape 26"/>
          <p:cNvSpPr>
            <a:spLocks noGrp="1"/>
          </p:cNvSpPr>
          <p:nvPr>
            <p:ph type="title"/>
          </p:nvPr>
        </p:nvSpPr>
        <p:spPr>
          <a:xfrm>
            <a:off x="838200" y="365125"/>
            <a:ext cx="10515600" cy="1325563"/>
          </a:xfrm>
          <a:prstGeom prst="rect">
            <a:avLst/>
          </a:prstGeom>
        </p:spPr>
        <p:txBody>
          <a:bodyPr/>
          <a:lstStyle/>
          <a:p>
            <a:pPr lvl="0">
              <a:defRPr sz="1800"/>
            </a:pPr>
            <a:r>
              <a:rPr sz="4400"/>
              <a:t>Title Text</a:t>
            </a:r>
          </a:p>
        </p:txBody>
      </p:sp>
      <p:sp>
        <p:nvSpPr>
          <p:cNvPr id="27" name="Shape 27"/>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128617815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9" name="Shape 29"/>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384075335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31" name="Shape 31"/>
          <p:cNvSpPr>
            <a:spLocks noGrp="1"/>
          </p:cNvSpPr>
          <p:nvPr>
            <p:ph type="title"/>
          </p:nvPr>
        </p:nvSpPr>
        <p:spPr>
          <a:xfrm>
            <a:off x="839787" y="0"/>
            <a:ext cx="3932239" cy="2057400"/>
          </a:xfrm>
          <a:prstGeom prst="rect">
            <a:avLst/>
          </a:prstGeom>
        </p:spPr>
        <p:txBody>
          <a:bodyPr anchor="b"/>
          <a:lstStyle>
            <a:lvl1pPr>
              <a:defRPr sz="3200"/>
            </a:lvl1pPr>
          </a:lstStyle>
          <a:p>
            <a:pPr lvl="0">
              <a:defRPr sz="1800"/>
            </a:pPr>
            <a:r>
              <a:rPr sz="3200"/>
              <a:t>Title Text</a:t>
            </a:r>
          </a:p>
        </p:txBody>
      </p:sp>
      <p:sp>
        <p:nvSpPr>
          <p:cNvPr id="32" name="Shape 32"/>
          <p:cNvSpPr>
            <a:spLocks noGrp="1"/>
          </p:cNvSpPr>
          <p:nvPr>
            <p:ph type="body" idx="1"/>
          </p:nvPr>
        </p:nvSpPr>
        <p:spPr>
          <a:xfrm>
            <a:off x="5183187" y="987425"/>
            <a:ext cx="6172201" cy="5870575"/>
          </a:xfrm>
          <a:prstGeom prst="rect">
            <a:avLst/>
          </a:prstGeom>
        </p:spPr>
        <p:txBody>
          <a:bodyPr/>
          <a:lstStyle>
            <a:lvl1pPr>
              <a:lnSpc>
                <a:spcPct val="96000"/>
              </a:lnSpc>
              <a:defRPr sz="2200">
                <a:solidFill>
                  <a:srgbClr val="FFFFFF"/>
                </a:solidFill>
                <a:effectLst>
                  <a:outerShdw blurRad="38100" dist="38100" dir="2700000" rotWithShape="0">
                    <a:srgbClr val="000000">
                      <a:alpha val="43137"/>
                    </a:srgbClr>
                  </a:outerShdw>
                </a:effectLst>
                <a:latin typeface="Arial"/>
                <a:ea typeface="Arial"/>
                <a:cs typeface="Arial"/>
                <a:sym typeface="Arial"/>
              </a:defRPr>
            </a:lvl1pPr>
            <a:lvl2pPr>
              <a:lnSpc>
                <a:spcPct val="96000"/>
              </a:lnSpc>
              <a:defRPr sz="2200">
                <a:solidFill>
                  <a:srgbClr val="FFFFFF"/>
                </a:solidFill>
                <a:effectLst>
                  <a:outerShdw blurRad="38100" dist="38100" dir="2700000" rotWithShape="0">
                    <a:srgbClr val="000000">
                      <a:alpha val="43137"/>
                    </a:srgbClr>
                  </a:outerShdw>
                </a:effectLst>
                <a:latin typeface="Arial"/>
                <a:ea typeface="Arial"/>
                <a:cs typeface="Arial"/>
                <a:sym typeface="Arial"/>
              </a:defRPr>
            </a:lvl2pPr>
            <a:lvl3pPr>
              <a:lnSpc>
                <a:spcPct val="96000"/>
              </a:lnSpc>
              <a:defRPr sz="2200">
                <a:solidFill>
                  <a:srgbClr val="FFFFFF"/>
                </a:solidFill>
                <a:effectLst>
                  <a:outerShdw blurRad="38100" dist="38100" dir="2700000" rotWithShape="0">
                    <a:srgbClr val="000000">
                      <a:alpha val="43137"/>
                    </a:srgbClr>
                  </a:outerShdw>
                </a:effectLst>
                <a:latin typeface="Arial"/>
                <a:ea typeface="Arial"/>
                <a:cs typeface="Arial"/>
                <a:sym typeface="Arial"/>
              </a:defRPr>
            </a:lvl3pPr>
            <a:lvl4pPr>
              <a:lnSpc>
                <a:spcPct val="96000"/>
              </a:lnSpc>
              <a:defRPr sz="2200">
                <a:solidFill>
                  <a:srgbClr val="FFFFFF"/>
                </a:solidFill>
                <a:effectLst>
                  <a:outerShdw blurRad="38100" dist="38100" dir="2700000" rotWithShape="0">
                    <a:srgbClr val="000000">
                      <a:alpha val="43137"/>
                    </a:srgbClr>
                  </a:outerShdw>
                </a:effectLst>
                <a:latin typeface="Arial"/>
                <a:ea typeface="Arial"/>
                <a:cs typeface="Arial"/>
                <a:sym typeface="Arial"/>
              </a:defRPr>
            </a:lvl4pPr>
            <a:lvl5pPr>
              <a:lnSpc>
                <a:spcPct val="96000"/>
              </a:lnSpc>
              <a:defRPr sz="2200">
                <a:solidFill>
                  <a:srgbClr val="FFFFFF"/>
                </a:solidFill>
                <a:effectLst>
                  <a:outerShdw blurRad="38100" dist="38100" dir="2700000" rotWithShape="0">
                    <a:srgbClr val="000000">
                      <a:alpha val="43137"/>
                    </a:srgbClr>
                  </a:outerShdw>
                </a:effectLst>
                <a:latin typeface="Arial"/>
                <a:ea typeface="Arial"/>
                <a:cs typeface="Arial"/>
                <a:sym typeface="Arial"/>
              </a:defRPr>
            </a:lvl5pPr>
          </a:lstStyle>
          <a:p>
            <a:pPr lvl="0">
              <a:defRPr sz="1800">
                <a:solidFill>
                  <a:srgbClr val="000000"/>
                </a:solidFill>
                <a:effectLst/>
              </a:defRPr>
            </a:pPr>
            <a:r>
              <a:rPr sz="2200">
                <a:solidFill>
                  <a:srgbClr val="FFFFFF"/>
                </a:solidFill>
                <a:effectLst>
                  <a:outerShdw blurRad="38100" dist="38100" dir="2700000" rotWithShape="0">
                    <a:srgbClr val="000000">
                      <a:alpha val="43137"/>
                    </a:srgbClr>
                  </a:outerShdw>
                </a:effectLst>
              </a:rPr>
              <a:t>Body Level One</a:t>
            </a:r>
          </a:p>
          <a:p>
            <a:pPr lvl="1">
              <a:defRPr sz="1800">
                <a:solidFill>
                  <a:srgbClr val="000000"/>
                </a:solidFill>
                <a:effectLst/>
              </a:defRPr>
            </a:pPr>
            <a:r>
              <a:rPr sz="2200">
                <a:solidFill>
                  <a:srgbClr val="FFFFFF"/>
                </a:solidFill>
                <a:effectLst>
                  <a:outerShdw blurRad="38100" dist="38100" dir="2700000" rotWithShape="0">
                    <a:srgbClr val="000000">
                      <a:alpha val="43137"/>
                    </a:srgbClr>
                  </a:outerShdw>
                </a:effectLst>
              </a:rPr>
              <a:t>Body Level Two</a:t>
            </a:r>
          </a:p>
          <a:p>
            <a:pPr lvl="2">
              <a:defRPr sz="1800">
                <a:solidFill>
                  <a:srgbClr val="000000"/>
                </a:solidFill>
                <a:effectLst/>
              </a:defRPr>
            </a:pPr>
            <a:r>
              <a:rPr sz="2200">
                <a:solidFill>
                  <a:srgbClr val="FFFFFF"/>
                </a:solidFill>
                <a:effectLst>
                  <a:outerShdw blurRad="38100" dist="38100" dir="2700000" rotWithShape="0">
                    <a:srgbClr val="000000">
                      <a:alpha val="43137"/>
                    </a:srgbClr>
                  </a:outerShdw>
                </a:effectLst>
              </a:rPr>
              <a:t>Body Level Three</a:t>
            </a:r>
          </a:p>
          <a:p>
            <a:pPr lvl="3">
              <a:defRPr sz="1800">
                <a:solidFill>
                  <a:srgbClr val="000000"/>
                </a:solidFill>
                <a:effectLst/>
              </a:defRPr>
            </a:pPr>
            <a:r>
              <a:rPr sz="2200">
                <a:solidFill>
                  <a:srgbClr val="FFFFFF"/>
                </a:solidFill>
                <a:effectLst>
                  <a:outerShdw blurRad="38100" dist="38100" dir="2700000" rotWithShape="0">
                    <a:srgbClr val="000000">
                      <a:alpha val="43137"/>
                    </a:srgbClr>
                  </a:outerShdw>
                </a:effectLst>
              </a:rPr>
              <a:t>Body Level Four</a:t>
            </a:r>
          </a:p>
          <a:p>
            <a:pPr lvl="4">
              <a:defRPr sz="1800">
                <a:solidFill>
                  <a:srgbClr val="000000"/>
                </a:solidFill>
                <a:effectLst/>
              </a:defRPr>
            </a:pPr>
            <a:r>
              <a:rPr sz="2200">
                <a:solidFill>
                  <a:srgbClr val="FFFFFF"/>
                </a:solidFill>
                <a:effectLst>
                  <a:outerShdw blurRad="38100" dist="38100" dir="2700000" rotWithShape="0">
                    <a:srgbClr val="000000">
                      <a:alpha val="43137"/>
                    </a:srgbClr>
                  </a:outerShdw>
                </a:effectLst>
              </a:rPr>
              <a:t>Body Level Five</a:t>
            </a:r>
          </a:p>
        </p:txBody>
      </p:sp>
      <p:sp>
        <p:nvSpPr>
          <p:cNvPr id="33" name="Shape 33"/>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276121687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35" name="Shape 35"/>
          <p:cNvSpPr>
            <a:spLocks noGrp="1"/>
          </p:cNvSpPr>
          <p:nvPr>
            <p:ph type="title"/>
          </p:nvPr>
        </p:nvSpPr>
        <p:spPr>
          <a:xfrm>
            <a:off x="839787" y="0"/>
            <a:ext cx="3932239" cy="2057400"/>
          </a:xfrm>
          <a:prstGeom prst="rect">
            <a:avLst/>
          </a:prstGeom>
        </p:spPr>
        <p:txBody>
          <a:bodyPr anchor="b"/>
          <a:lstStyle>
            <a:lvl1pPr>
              <a:defRPr sz="3200"/>
            </a:lvl1pPr>
          </a:lstStyle>
          <a:p>
            <a:pPr lvl="0">
              <a:defRPr sz="1800"/>
            </a:pPr>
            <a:r>
              <a:rPr sz="3200"/>
              <a:t>Title Text</a:t>
            </a:r>
          </a:p>
        </p:txBody>
      </p:sp>
      <p:sp>
        <p:nvSpPr>
          <p:cNvPr id="36" name="Shape 36"/>
          <p:cNvSpPr>
            <a:spLocks noGrp="1"/>
          </p:cNvSpPr>
          <p:nvPr>
            <p:ph type="body" idx="1"/>
          </p:nvPr>
        </p:nvSpPr>
        <p:spPr>
          <a:xfrm>
            <a:off x="839787" y="2057400"/>
            <a:ext cx="3932239" cy="4800600"/>
          </a:xfrm>
          <a:prstGeom prst="rect">
            <a:avLst/>
          </a:prstGeom>
        </p:spPr>
        <p:txBody>
          <a:bodyPr/>
          <a:lstStyle>
            <a:lvl1pPr>
              <a:buFontTx/>
              <a:defRPr sz="1600"/>
            </a:lvl1pPr>
            <a:lvl2pPr>
              <a:buFontTx/>
              <a:defRPr sz="1600"/>
            </a:lvl2pPr>
            <a:lvl3pPr>
              <a:buFontTx/>
              <a:defRPr sz="1600"/>
            </a:lvl3pPr>
            <a:lvl4pPr>
              <a:buFontTx/>
              <a:defRPr sz="1600"/>
            </a:lvl4pPr>
            <a:lvl5pPr>
              <a:buFontTx/>
              <a:defRPr sz="1600"/>
            </a:lvl5pPr>
          </a:lstStyle>
          <a:p>
            <a:pPr lvl="0">
              <a:defRPr sz="1800"/>
            </a:pPr>
            <a:r>
              <a:rPr sz="1600"/>
              <a:t>Body Level One</a:t>
            </a:r>
          </a:p>
          <a:p>
            <a:pPr lvl="1">
              <a:defRPr sz="1800"/>
            </a:pPr>
            <a:r>
              <a:rPr sz="1600"/>
              <a:t>Body Level Two</a:t>
            </a:r>
          </a:p>
          <a:p>
            <a:pPr lvl="2">
              <a:defRPr sz="1800"/>
            </a:pPr>
            <a:r>
              <a:rPr sz="1600"/>
              <a:t>Body Level Three</a:t>
            </a:r>
          </a:p>
          <a:p>
            <a:pPr lvl="3">
              <a:defRPr sz="1800"/>
            </a:pPr>
            <a:r>
              <a:rPr sz="1600"/>
              <a:t>Body Level Four</a:t>
            </a:r>
          </a:p>
          <a:p>
            <a:pPr lvl="4">
              <a:defRPr sz="1800"/>
            </a:pPr>
            <a:r>
              <a:rPr sz="1600"/>
              <a:t>Body Level Five</a:t>
            </a:r>
          </a:p>
        </p:txBody>
      </p:sp>
      <p:sp>
        <p:nvSpPr>
          <p:cNvPr id="37" name="Shape 37"/>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83155149"/>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39" name="Shape 39"/>
          <p:cNvSpPr>
            <a:spLocks noGrp="1"/>
          </p:cNvSpPr>
          <p:nvPr>
            <p:ph type="title"/>
          </p:nvPr>
        </p:nvSpPr>
        <p:spPr>
          <a:prstGeom prst="rect">
            <a:avLst/>
          </a:prstGeom>
        </p:spPr>
        <p:txBody>
          <a:bodyPr/>
          <a:lstStyle/>
          <a:p>
            <a:pPr lvl="0">
              <a:defRPr sz="1800"/>
            </a:pPr>
            <a:r>
              <a:rPr sz="4400"/>
              <a:t>Title Text</a:t>
            </a:r>
          </a:p>
        </p:txBody>
      </p:sp>
      <p:sp>
        <p:nvSpPr>
          <p:cNvPr id="40" name="Shape 40"/>
          <p:cNvSpPr>
            <a:spLocks noGrp="1"/>
          </p:cNvSpPr>
          <p:nvPr>
            <p:ph type="body" idx="1"/>
          </p:nvPr>
        </p:nvSpPr>
        <p:spPr>
          <a:prstGeom prst="rect">
            <a:avLst/>
          </a:prstGeom>
        </p:spPr>
        <p:txBody>
          <a:body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41" name="Shape 41"/>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145772151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43" name="Shape 43"/>
          <p:cNvSpPr>
            <a:spLocks noGrp="1"/>
          </p:cNvSpPr>
          <p:nvPr>
            <p:ph type="title"/>
          </p:nvPr>
        </p:nvSpPr>
        <p:spPr>
          <a:xfrm>
            <a:off x="8724900" y="0"/>
            <a:ext cx="2628900" cy="6542088"/>
          </a:xfrm>
          <a:prstGeom prst="rect">
            <a:avLst/>
          </a:prstGeom>
        </p:spPr>
        <p:txBody>
          <a:bodyPr/>
          <a:lstStyle/>
          <a:p>
            <a:pPr lvl="0">
              <a:defRPr sz="1800"/>
            </a:pPr>
            <a:r>
              <a:rPr sz="4400"/>
              <a:t>Title Text</a:t>
            </a:r>
          </a:p>
        </p:txBody>
      </p:sp>
      <p:sp>
        <p:nvSpPr>
          <p:cNvPr id="44" name="Shape 44"/>
          <p:cNvSpPr>
            <a:spLocks noGrp="1"/>
          </p:cNvSpPr>
          <p:nvPr>
            <p:ph type="body" idx="1"/>
          </p:nvPr>
        </p:nvSpPr>
        <p:spPr>
          <a:xfrm>
            <a:off x="838200" y="365125"/>
            <a:ext cx="7734300" cy="6492875"/>
          </a:xfrm>
          <a:prstGeom prst="rect">
            <a:avLst/>
          </a:prstGeom>
        </p:spPr>
        <p:txBody>
          <a:body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t>‹#›</a:t>
            </a:fld>
            <a:endParaRPr/>
          </a:p>
        </p:txBody>
      </p:sp>
    </p:spTree>
    <p:extLst>
      <p:ext uri="{BB962C8B-B14F-4D97-AF65-F5344CB8AC3E}">
        <p14:creationId xmlns:p14="http://schemas.microsoft.com/office/powerpoint/2010/main" val="98331766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7E2DA2-5DFD-4F12-2186-D2B6B85229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FBF3A5-FFAF-B090-BE70-CD6682C72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B3E1A-3F7A-A700-269B-8DB0421D7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E53CF-20CA-4925-A220-A65EEABFB934}" type="datetimeFigureOut">
              <a:rPr lang="en-US" smtClean="0"/>
              <a:t>5/10/2023</a:t>
            </a:fld>
            <a:endParaRPr lang="en-US"/>
          </a:p>
        </p:txBody>
      </p:sp>
      <p:sp>
        <p:nvSpPr>
          <p:cNvPr id="5" name="Footer Placeholder 4">
            <a:extLst>
              <a:ext uri="{FF2B5EF4-FFF2-40B4-BE49-F238E27FC236}">
                <a16:creationId xmlns:a16="http://schemas.microsoft.com/office/drawing/2014/main" id="{03083806-2F7F-C137-4CD8-1506A55277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370C5B-C3FB-5B22-4445-A559EB8002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E71A51-DCB7-473C-8595-C43678CA7091}" type="slidenum">
              <a:rPr lang="en-US" smtClean="0"/>
              <a:t>‹#›</a:t>
            </a:fld>
            <a:endParaRPr lang="en-US"/>
          </a:p>
        </p:txBody>
      </p:sp>
    </p:spTree>
    <p:extLst>
      <p:ext uri="{BB962C8B-B14F-4D97-AF65-F5344CB8AC3E}">
        <p14:creationId xmlns:p14="http://schemas.microsoft.com/office/powerpoint/2010/main" val="3879601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B4C7E7"/>
            </a:gs>
            <a:gs pos="45000">
              <a:srgbClr val="4D79C7"/>
            </a:gs>
            <a:gs pos="100000">
              <a:srgbClr val="264478"/>
            </a:gs>
          </a:gsLst>
          <a:path path="circle">
            <a:fillToRect l="50000" t="50000" r="50000" b="50000"/>
          </a:path>
        </a:gra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838200" y="230187"/>
            <a:ext cx="10515600" cy="1595439"/>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a:bodyPr>
          <a:lstStyle/>
          <a:p>
            <a:pPr lvl="0">
              <a:defRPr sz="1800"/>
            </a:pPr>
            <a:r>
              <a:rPr sz="4400"/>
              <a:t>Title Text</a:t>
            </a:r>
          </a:p>
        </p:txBody>
      </p:sp>
      <p:sp>
        <p:nvSpPr>
          <p:cNvPr id="3" name="Shape 3"/>
          <p:cNvSpPr>
            <a:spLocks noGrp="1"/>
          </p:cNvSpPr>
          <p:nvPr>
            <p:ph type="body" idx="1"/>
          </p:nvPr>
        </p:nvSpPr>
        <p:spPr>
          <a:xfrm>
            <a:off x="838200" y="1825625"/>
            <a:ext cx="10515600" cy="5032375"/>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4" name="Shape 4"/>
          <p:cNvSpPr>
            <a:spLocks noGrp="1"/>
          </p:cNvSpPr>
          <p:nvPr>
            <p:ph type="sldNum" sz="quarter" idx="2"/>
          </p:nvPr>
        </p:nvSpPr>
        <p:spPr>
          <a:xfrm>
            <a:off x="8610600" y="6404292"/>
            <a:ext cx="2743200" cy="269241"/>
          </a:xfrm>
          <a:prstGeom prst="rect">
            <a:avLst/>
          </a:prstGeom>
          <a:ln w="12700">
            <a:miter lim="400000"/>
          </a:ln>
        </p:spPr>
        <p:txBody>
          <a:bodyPr lIns="45719" rIns="45719" anchor="ctr">
            <a:spAutoFit/>
          </a:bodyPr>
          <a:lstStyle>
            <a:lvl1pPr algn="r">
              <a:defRPr sz="1200">
                <a:solidFill>
                  <a:srgbClr val="888888"/>
                </a:solidFill>
              </a:defRPr>
            </a:lvl1pPr>
          </a:lstStyle>
          <a:p>
            <a:pPr lvl="0"/>
            <a:fld id="{86CB4B4D-7CA3-9044-876B-883B54F8677D}" type="slidenum">
              <a:t>‹#›</a:t>
            </a:fld>
            <a:endParaRPr/>
          </a:p>
        </p:txBody>
      </p:sp>
    </p:spTree>
    <p:extLst>
      <p:ext uri="{BB962C8B-B14F-4D97-AF65-F5344CB8AC3E}">
        <p14:creationId xmlns:p14="http://schemas.microsoft.com/office/powerpoint/2010/main" val="4229166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txStyles>
    <p:titleStyle>
      <a:lvl1pPr>
        <a:lnSpc>
          <a:spcPct val="90000"/>
        </a:lnSpc>
        <a:defRPr sz="4400">
          <a:latin typeface="Calibri Light"/>
          <a:ea typeface="Calibri Light"/>
          <a:cs typeface="Calibri Light"/>
          <a:sym typeface="Calibri Light"/>
        </a:defRPr>
      </a:lvl1pPr>
      <a:lvl2pPr>
        <a:lnSpc>
          <a:spcPct val="90000"/>
        </a:lnSpc>
        <a:defRPr sz="4400">
          <a:latin typeface="Calibri Light"/>
          <a:ea typeface="Calibri Light"/>
          <a:cs typeface="Calibri Light"/>
          <a:sym typeface="Calibri Light"/>
        </a:defRPr>
      </a:lvl2pPr>
      <a:lvl3pPr>
        <a:lnSpc>
          <a:spcPct val="90000"/>
        </a:lnSpc>
        <a:defRPr sz="4400">
          <a:latin typeface="Calibri Light"/>
          <a:ea typeface="Calibri Light"/>
          <a:cs typeface="Calibri Light"/>
          <a:sym typeface="Calibri Light"/>
        </a:defRPr>
      </a:lvl3pPr>
      <a:lvl4pPr>
        <a:lnSpc>
          <a:spcPct val="90000"/>
        </a:lnSpc>
        <a:defRPr sz="4400">
          <a:latin typeface="Calibri Light"/>
          <a:ea typeface="Calibri Light"/>
          <a:cs typeface="Calibri Light"/>
          <a:sym typeface="Calibri Light"/>
        </a:defRPr>
      </a:lvl4pPr>
      <a:lvl5pPr>
        <a:lnSpc>
          <a:spcPct val="90000"/>
        </a:lnSpc>
        <a:defRPr sz="4400">
          <a:latin typeface="Calibri Light"/>
          <a:ea typeface="Calibri Light"/>
          <a:cs typeface="Calibri Light"/>
          <a:sym typeface="Calibri Light"/>
        </a:defRPr>
      </a:lvl5pPr>
      <a:lvl6pPr>
        <a:lnSpc>
          <a:spcPct val="90000"/>
        </a:lnSpc>
        <a:defRPr sz="4400">
          <a:latin typeface="Calibri Light"/>
          <a:ea typeface="Calibri Light"/>
          <a:cs typeface="Calibri Light"/>
          <a:sym typeface="Calibri Light"/>
        </a:defRPr>
      </a:lvl6pPr>
      <a:lvl7pPr>
        <a:lnSpc>
          <a:spcPct val="90000"/>
        </a:lnSpc>
        <a:defRPr sz="4400">
          <a:latin typeface="Calibri Light"/>
          <a:ea typeface="Calibri Light"/>
          <a:cs typeface="Calibri Light"/>
          <a:sym typeface="Calibri Light"/>
        </a:defRPr>
      </a:lvl7pPr>
      <a:lvl8pPr>
        <a:lnSpc>
          <a:spcPct val="90000"/>
        </a:lnSpc>
        <a:defRPr sz="4400">
          <a:latin typeface="Calibri Light"/>
          <a:ea typeface="Calibri Light"/>
          <a:cs typeface="Calibri Light"/>
          <a:sym typeface="Calibri Light"/>
        </a:defRPr>
      </a:lvl8pPr>
      <a:lvl9pPr>
        <a:lnSpc>
          <a:spcPct val="90000"/>
        </a:lnSpc>
        <a:defRPr sz="4400">
          <a:latin typeface="Calibri Light"/>
          <a:ea typeface="Calibri Light"/>
          <a:cs typeface="Calibri Light"/>
          <a:sym typeface="Calibri Light"/>
        </a:defRPr>
      </a:lvl9pPr>
    </p:titleStyle>
    <p:bodyStyle>
      <a:lvl1pPr>
        <a:lnSpc>
          <a:spcPct val="90000"/>
        </a:lnSpc>
        <a:spcBef>
          <a:spcPts val="1000"/>
        </a:spcBef>
        <a:buFont typeface="Arial"/>
        <a:defRPr sz="2800">
          <a:latin typeface="Calibri"/>
          <a:ea typeface="Calibri"/>
          <a:cs typeface="Calibri"/>
          <a:sym typeface="Calibri"/>
        </a:defRPr>
      </a:lvl1pPr>
      <a:lvl2pPr indent="457200">
        <a:lnSpc>
          <a:spcPct val="90000"/>
        </a:lnSpc>
        <a:spcBef>
          <a:spcPts val="1000"/>
        </a:spcBef>
        <a:buFont typeface="Arial"/>
        <a:defRPr sz="2800">
          <a:latin typeface="Calibri"/>
          <a:ea typeface="Calibri"/>
          <a:cs typeface="Calibri"/>
          <a:sym typeface="Calibri"/>
        </a:defRPr>
      </a:lvl2pPr>
      <a:lvl3pPr indent="914400">
        <a:lnSpc>
          <a:spcPct val="90000"/>
        </a:lnSpc>
        <a:spcBef>
          <a:spcPts val="1000"/>
        </a:spcBef>
        <a:buFont typeface="Arial"/>
        <a:defRPr sz="2800">
          <a:latin typeface="Calibri"/>
          <a:ea typeface="Calibri"/>
          <a:cs typeface="Calibri"/>
          <a:sym typeface="Calibri"/>
        </a:defRPr>
      </a:lvl3pPr>
      <a:lvl4pPr indent="1371600">
        <a:lnSpc>
          <a:spcPct val="90000"/>
        </a:lnSpc>
        <a:spcBef>
          <a:spcPts val="1000"/>
        </a:spcBef>
        <a:buFont typeface="Arial"/>
        <a:defRPr sz="2800">
          <a:latin typeface="Calibri"/>
          <a:ea typeface="Calibri"/>
          <a:cs typeface="Calibri"/>
          <a:sym typeface="Calibri"/>
        </a:defRPr>
      </a:lvl4pPr>
      <a:lvl5pPr indent="1828800">
        <a:lnSpc>
          <a:spcPct val="90000"/>
        </a:lnSpc>
        <a:spcBef>
          <a:spcPts val="1000"/>
        </a:spcBef>
        <a:buFont typeface="Arial"/>
        <a:defRPr sz="2800">
          <a:latin typeface="Calibri"/>
          <a:ea typeface="Calibri"/>
          <a:cs typeface="Calibri"/>
          <a:sym typeface="Calibri"/>
        </a:defRPr>
      </a:lvl5pPr>
      <a:lvl6pPr indent="2286000">
        <a:lnSpc>
          <a:spcPct val="90000"/>
        </a:lnSpc>
        <a:spcBef>
          <a:spcPts val="1000"/>
        </a:spcBef>
        <a:buFont typeface="Arial"/>
        <a:defRPr sz="2800">
          <a:latin typeface="Calibri"/>
          <a:ea typeface="Calibri"/>
          <a:cs typeface="Calibri"/>
          <a:sym typeface="Calibri"/>
        </a:defRPr>
      </a:lvl6pPr>
      <a:lvl7pPr indent="2743200">
        <a:lnSpc>
          <a:spcPct val="90000"/>
        </a:lnSpc>
        <a:spcBef>
          <a:spcPts val="1000"/>
        </a:spcBef>
        <a:buFont typeface="Arial"/>
        <a:defRPr sz="2800">
          <a:latin typeface="Calibri"/>
          <a:ea typeface="Calibri"/>
          <a:cs typeface="Calibri"/>
          <a:sym typeface="Calibri"/>
        </a:defRPr>
      </a:lvl7pPr>
      <a:lvl8pPr indent="3200400">
        <a:lnSpc>
          <a:spcPct val="90000"/>
        </a:lnSpc>
        <a:spcBef>
          <a:spcPts val="1000"/>
        </a:spcBef>
        <a:buFont typeface="Arial"/>
        <a:defRPr sz="2800">
          <a:latin typeface="Calibri"/>
          <a:ea typeface="Calibri"/>
          <a:cs typeface="Calibri"/>
          <a:sym typeface="Calibri"/>
        </a:defRPr>
      </a:lvl8pPr>
      <a:lvl9pPr indent="3657600">
        <a:lnSpc>
          <a:spcPct val="90000"/>
        </a:lnSpc>
        <a:spcBef>
          <a:spcPts val="1000"/>
        </a:spcBef>
        <a:buFont typeface="Arial"/>
        <a:defRPr sz="2800">
          <a:latin typeface="Calibri"/>
          <a:ea typeface="Calibri"/>
          <a:cs typeface="Calibri"/>
          <a:sym typeface="Calibri"/>
        </a:defRPr>
      </a:lvl9pPr>
    </p:bodyStyle>
    <p:otherStyle>
      <a:lvl1pPr algn="r">
        <a:defRPr sz="1200">
          <a:solidFill>
            <a:schemeClr val="tx1"/>
          </a:solidFill>
          <a:latin typeface="+mn-lt"/>
          <a:ea typeface="+mn-ea"/>
          <a:cs typeface="+mn-cs"/>
          <a:sym typeface="Calibri"/>
        </a:defRPr>
      </a:lvl1pPr>
      <a:lvl2pPr indent="457200" algn="r">
        <a:defRPr sz="1200">
          <a:solidFill>
            <a:schemeClr val="tx1"/>
          </a:solidFill>
          <a:latin typeface="+mn-lt"/>
          <a:ea typeface="+mn-ea"/>
          <a:cs typeface="+mn-cs"/>
          <a:sym typeface="Calibri"/>
        </a:defRPr>
      </a:lvl2pPr>
      <a:lvl3pPr indent="914400" algn="r">
        <a:defRPr sz="1200">
          <a:solidFill>
            <a:schemeClr val="tx1"/>
          </a:solidFill>
          <a:latin typeface="+mn-lt"/>
          <a:ea typeface="+mn-ea"/>
          <a:cs typeface="+mn-cs"/>
          <a:sym typeface="Calibri"/>
        </a:defRPr>
      </a:lvl3pPr>
      <a:lvl4pPr indent="1371600" algn="r">
        <a:defRPr sz="1200">
          <a:solidFill>
            <a:schemeClr val="tx1"/>
          </a:solidFill>
          <a:latin typeface="+mn-lt"/>
          <a:ea typeface="+mn-ea"/>
          <a:cs typeface="+mn-cs"/>
          <a:sym typeface="Calibri"/>
        </a:defRPr>
      </a:lvl4pPr>
      <a:lvl5pPr indent="1828800" algn="r">
        <a:defRPr sz="1200">
          <a:solidFill>
            <a:schemeClr val="tx1"/>
          </a:solidFill>
          <a:latin typeface="+mn-lt"/>
          <a:ea typeface="+mn-ea"/>
          <a:cs typeface="+mn-cs"/>
          <a:sym typeface="Calibri"/>
        </a:defRPr>
      </a:lvl5pPr>
      <a:lvl6pPr indent="2286000" algn="r">
        <a:defRPr sz="1200">
          <a:solidFill>
            <a:schemeClr val="tx1"/>
          </a:solidFill>
          <a:latin typeface="+mn-lt"/>
          <a:ea typeface="+mn-ea"/>
          <a:cs typeface="+mn-cs"/>
          <a:sym typeface="Calibri"/>
        </a:defRPr>
      </a:lvl6pPr>
      <a:lvl7pPr indent="2743200" algn="r">
        <a:defRPr sz="1200">
          <a:solidFill>
            <a:schemeClr val="tx1"/>
          </a:solidFill>
          <a:latin typeface="+mn-lt"/>
          <a:ea typeface="+mn-ea"/>
          <a:cs typeface="+mn-cs"/>
          <a:sym typeface="Calibri"/>
        </a:defRPr>
      </a:lvl7pPr>
      <a:lvl8pPr indent="3200400" algn="r">
        <a:defRPr sz="1200">
          <a:solidFill>
            <a:schemeClr val="tx1"/>
          </a:solidFill>
          <a:latin typeface="+mn-lt"/>
          <a:ea typeface="+mn-ea"/>
          <a:cs typeface="+mn-cs"/>
          <a:sym typeface="Calibri"/>
        </a:defRPr>
      </a:lvl8pPr>
      <a:lvl9pPr indent="3657600" algn="r">
        <a:defRPr sz="1200">
          <a:solidFill>
            <a:schemeClr val="tx1"/>
          </a:solid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6.gif"/><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p:nvPr>
        </p:nvSpPr>
        <p:spPr>
          <a:xfrm>
            <a:off x="1524000" y="488336"/>
            <a:ext cx="9144000" cy="1694864"/>
          </a:xfrm>
          <a:prstGeom prst="rect">
            <a:avLst/>
          </a:prstGeom>
        </p:spPr>
        <p:txBody>
          <a:bodyPr>
            <a:normAutofit fontScale="90000"/>
          </a:bodyPr>
          <a:lstStyle>
            <a:lvl1pPr>
              <a:defRPr sz="4400">
                <a:solidFill>
                  <a:srgbClr val="FFC000"/>
                </a:solidFill>
                <a:effectLst>
                  <a:outerShdw blurRad="38100" dist="38100" dir="2700000" rotWithShape="0">
                    <a:srgbClr val="000000">
                      <a:alpha val="43137"/>
                    </a:srgbClr>
                  </a:outerShdw>
                </a:effectLst>
              </a:defRPr>
            </a:lvl1pPr>
          </a:lstStyle>
          <a:p>
            <a:pPr lvl="0">
              <a:defRPr sz="1800">
                <a:solidFill>
                  <a:srgbClr val="000000"/>
                </a:solidFill>
                <a:effectLst/>
              </a:defRPr>
            </a:pPr>
            <a:r>
              <a:rPr lang="en-US" sz="4000" dirty="0">
                <a:solidFill>
                  <a:schemeClr val="accent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 Presentation on Dimensionality Reduction of Radiomic Features in Dual CT Images</a:t>
            </a:r>
            <a:endParaRPr sz="4000" dirty="0">
              <a:solidFill>
                <a:schemeClr val="accent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0" name="Shape 50"/>
          <p:cNvSpPr>
            <a:spLocks noGrp="1"/>
          </p:cNvSpPr>
          <p:nvPr>
            <p:ph type="body" idx="1"/>
          </p:nvPr>
        </p:nvSpPr>
        <p:spPr>
          <a:xfrm>
            <a:off x="336401" y="2357481"/>
            <a:ext cx="11386870" cy="2565737"/>
          </a:xfrm>
          <a:prstGeom prst="rect">
            <a:avLst/>
          </a:prstGeom>
        </p:spPr>
        <p:txBody>
          <a:bodyPr>
            <a:normAutofit/>
          </a:bodyPr>
          <a:lstStyle/>
          <a:p>
            <a:pPr lvl="0">
              <a:lnSpc>
                <a:spcPct val="72000"/>
              </a:lnSpc>
              <a:defRPr sz="1800"/>
            </a:pPr>
            <a:endParaRPr sz="2000" b="1" dirty="0"/>
          </a:p>
          <a:p>
            <a:pPr lvl="0">
              <a:lnSpc>
                <a:spcPct val="72000"/>
              </a:lnSpc>
              <a:defRPr sz="1800"/>
            </a:pPr>
            <a:r>
              <a:rPr lang="en-US" sz="2800" b="1" dirty="0">
                <a:solidFill>
                  <a:srgbClr val="FFFFFF"/>
                </a:solidFill>
                <a:effectLst>
                  <a:outerShdw blurRad="38100" dist="38100" dir="2700000" rotWithShape="0">
                    <a:srgbClr val="000000">
                      <a:alpha val="43137"/>
                    </a:srgbClr>
                  </a:outerShdw>
                </a:effectLst>
                <a:latin typeface="Arial"/>
                <a:ea typeface="Arial"/>
                <a:cs typeface="Arial"/>
                <a:sym typeface="Arial"/>
              </a:rPr>
              <a:t>Mohammad Tahsin Mostafiz</a:t>
            </a:r>
          </a:p>
          <a:p>
            <a:pPr lvl="0">
              <a:lnSpc>
                <a:spcPct val="72000"/>
              </a:lnSpc>
              <a:defRPr sz="1800"/>
            </a:pPr>
            <a:r>
              <a:rPr lang="en-US" sz="2800" b="1" dirty="0">
                <a:solidFill>
                  <a:srgbClr val="FFFFFF"/>
                </a:solidFill>
                <a:effectLst>
                  <a:outerShdw blurRad="38100" dist="38100" dir="2700000" rotWithShape="0">
                    <a:srgbClr val="000000">
                      <a:alpha val="43137"/>
                    </a:srgbClr>
                  </a:outerShdw>
                </a:effectLst>
                <a:latin typeface="Arial"/>
                <a:ea typeface="Arial"/>
                <a:cs typeface="Arial"/>
                <a:sym typeface="Arial"/>
              </a:rPr>
              <a:t>PhD Student</a:t>
            </a:r>
          </a:p>
          <a:p>
            <a:pPr lvl="0">
              <a:lnSpc>
                <a:spcPct val="72000"/>
              </a:lnSpc>
              <a:defRPr sz="1800"/>
            </a:pPr>
            <a:r>
              <a:rPr lang="en-US" sz="2800" b="1" dirty="0">
                <a:solidFill>
                  <a:srgbClr val="FFFFFF"/>
                </a:solidFill>
                <a:effectLst>
                  <a:outerShdw blurRad="38100" dist="38100" dir="2700000" rotWithShape="0">
                    <a:srgbClr val="000000">
                      <a:alpha val="43137"/>
                    </a:srgbClr>
                  </a:outerShdw>
                </a:effectLst>
                <a:latin typeface="Arial"/>
                <a:ea typeface="Arial"/>
                <a:cs typeface="Arial"/>
                <a:sym typeface="Arial"/>
              </a:rPr>
              <a:t>Supervised by: Dr. </a:t>
            </a:r>
            <a:r>
              <a:rPr lang="en-US" sz="2800" b="1" dirty="0" err="1">
                <a:solidFill>
                  <a:srgbClr val="FFFFFF"/>
                </a:solidFill>
                <a:effectLst>
                  <a:outerShdw blurRad="38100" dist="38100" dir="2700000" rotWithShape="0">
                    <a:srgbClr val="000000">
                      <a:alpha val="43137"/>
                    </a:srgbClr>
                  </a:outerShdw>
                </a:effectLst>
                <a:latin typeface="Arial"/>
                <a:ea typeface="Arial"/>
                <a:cs typeface="Arial"/>
                <a:sym typeface="Arial"/>
              </a:rPr>
              <a:t>Navid</a:t>
            </a:r>
            <a:r>
              <a:rPr lang="en-US" sz="2800" b="1" dirty="0">
                <a:solidFill>
                  <a:srgbClr val="FFFFFF"/>
                </a:solidFill>
                <a:effectLst>
                  <a:outerShdw blurRad="38100" dist="38100" dir="2700000" rotWithShape="0">
                    <a:srgbClr val="000000">
                      <a:alpha val="43137"/>
                    </a:srgbClr>
                  </a:outerShdw>
                </a:effectLst>
                <a:latin typeface="Arial"/>
                <a:ea typeface="Arial"/>
                <a:cs typeface="Arial"/>
                <a:sym typeface="Arial"/>
              </a:rPr>
              <a:t> Asadi &amp; Dr. Reza </a:t>
            </a:r>
            <a:r>
              <a:rPr lang="en-US" sz="2800" b="1" dirty="0" err="1">
                <a:solidFill>
                  <a:srgbClr val="FFFFFF"/>
                </a:solidFill>
                <a:effectLst>
                  <a:outerShdw blurRad="38100" dist="38100" dir="2700000" rotWithShape="0">
                    <a:srgbClr val="000000">
                      <a:alpha val="43137"/>
                    </a:srgbClr>
                  </a:outerShdw>
                </a:effectLst>
                <a:latin typeface="Arial"/>
                <a:ea typeface="Arial"/>
                <a:cs typeface="Arial"/>
                <a:sym typeface="Arial"/>
              </a:rPr>
              <a:t>Forghani</a:t>
            </a:r>
            <a:endParaRPr lang="en-US" sz="2800" b="1" dirty="0">
              <a:solidFill>
                <a:srgbClr val="FFFFFF"/>
              </a:solidFill>
              <a:effectLst>
                <a:outerShdw blurRad="38100" dist="38100" dir="2700000" rotWithShape="0">
                  <a:srgbClr val="000000">
                    <a:alpha val="43137"/>
                  </a:srgbClr>
                </a:outerShdw>
              </a:effectLst>
              <a:latin typeface="Arial"/>
              <a:ea typeface="Arial"/>
              <a:cs typeface="Arial"/>
              <a:sym typeface="Arial"/>
            </a:endParaRPr>
          </a:p>
          <a:p>
            <a:pPr lvl="0">
              <a:lnSpc>
                <a:spcPct val="72000"/>
              </a:lnSpc>
              <a:defRPr sz="1800"/>
            </a:pPr>
            <a:r>
              <a:rPr lang="en-US" sz="1600" b="1" dirty="0">
                <a:solidFill>
                  <a:schemeClr val="accent4"/>
                </a:solidFill>
                <a:effectLst>
                  <a:outerShdw blurRad="38100" dist="38100" dir="2700000" rotWithShape="0">
                    <a:srgbClr val="000000">
                      <a:alpha val="43137"/>
                    </a:srgbClr>
                  </a:outerShdw>
                </a:effectLst>
                <a:latin typeface="Arial"/>
                <a:ea typeface="Arial"/>
                <a:cs typeface="Arial"/>
                <a:sym typeface="Arial"/>
              </a:rPr>
              <a:t>Radiomics and Augmented Intelligence Laboratory (RAIL</a:t>
            </a:r>
          </a:p>
          <a:p>
            <a:pPr lvl="0">
              <a:lnSpc>
                <a:spcPct val="72000"/>
              </a:lnSpc>
              <a:defRPr sz="1800"/>
            </a:pPr>
            <a:r>
              <a:rPr lang="en-US" sz="1600" b="1" dirty="0">
                <a:solidFill>
                  <a:schemeClr val="accent4"/>
                </a:solidFill>
                <a:effectLst>
                  <a:outerShdw blurRad="38100" dist="38100" dir="2700000" rotWithShape="0">
                    <a:srgbClr val="000000">
                      <a:alpha val="43137"/>
                    </a:srgbClr>
                  </a:outerShdw>
                </a:effectLst>
                <a:latin typeface="Arial"/>
                <a:ea typeface="Arial"/>
                <a:cs typeface="Arial"/>
                <a:sym typeface="Arial"/>
              </a:rPr>
              <a:t>Department of Radiology and the Norman </a:t>
            </a:r>
            <a:r>
              <a:rPr lang="en-US" sz="1600" b="1" dirty="0" err="1">
                <a:solidFill>
                  <a:schemeClr val="accent4"/>
                </a:solidFill>
                <a:effectLst>
                  <a:outerShdw blurRad="38100" dist="38100" dir="2700000" rotWithShape="0">
                    <a:srgbClr val="000000">
                      <a:alpha val="43137"/>
                    </a:srgbClr>
                  </a:outerShdw>
                </a:effectLst>
                <a:latin typeface="Arial"/>
                <a:ea typeface="Arial"/>
                <a:cs typeface="Arial"/>
                <a:sym typeface="Arial"/>
              </a:rPr>
              <a:t>Fixel</a:t>
            </a:r>
            <a:r>
              <a:rPr lang="en-US" sz="1600" b="1" dirty="0">
                <a:solidFill>
                  <a:schemeClr val="accent4"/>
                </a:solidFill>
                <a:effectLst>
                  <a:outerShdw blurRad="38100" dist="38100" dir="2700000" rotWithShape="0">
                    <a:srgbClr val="000000">
                      <a:alpha val="43137"/>
                    </a:srgbClr>
                  </a:outerShdw>
                </a:effectLst>
                <a:latin typeface="Arial"/>
                <a:ea typeface="Arial"/>
                <a:cs typeface="Arial"/>
                <a:sym typeface="Arial"/>
              </a:rPr>
              <a:t> Institute for Neurological Diseases</a:t>
            </a:r>
          </a:p>
          <a:p>
            <a:pPr lvl="0">
              <a:lnSpc>
                <a:spcPct val="72000"/>
              </a:lnSpc>
              <a:defRPr sz="1800"/>
            </a:pPr>
            <a:r>
              <a:rPr lang="en-US" sz="1600" b="1" dirty="0">
                <a:solidFill>
                  <a:schemeClr val="accent4"/>
                </a:solidFill>
                <a:effectLst>
                  <a:outerShdw blurRad="38100" dist="38100" dir="2700000" rotWithShape="0">
                    <a:srgbClr val="000000">
                      <a:alpha val="43137"/>
                    </a:srgbClr>
                  </a:outerShdw>
                </a:effectLst>
                <a:latin typeface="Arial"/>
                <a:ea typeface="Arial"/>
                <a:cs typeface="Arial"/>
                <a:sym typeface="Arial"/>
              </a:rPr>
              <a:t>University of Florida College of Medicine</a:t>
            </a:r>
          </a:p>
          <a:p>
            <a:pPr lvl="0">
              <a:lnSpc>
                <a:spcPct val="72000"/>
              </a:lnSpc>
              <a:defRPr sz="1800"/>
            </a:pPr>
            <a:endParaRPr sz="1600" b="1" dirty="0">
              <a:solidFill>
                <a:srgbClr val="FFFFFF"/>
              </a:solidFill>
              <a:effectLst>
                <a:outerShdw blurRad="38100" dist="38100" dir="2700000" rotWithShape="0">
                  <a:srgbClr val="000000">
                    <a:alpha val="43137"/>
                  </a:srgbClr>
                </a:outerShdw>
              </a:effectLst>
            </a:endParaRPr>
          </a:p>
        </p:txBody>
      </p:sp>
      <p:sp>
        <p:nvSpPr>
          <p:cNvPr id="6" name="Rectangle: Rounded Corners 5">
            <a:extLst>
              <a:ext uri="{FF2B5EF4-FFF2-40B4-BE49-F238E27FC236}">
                <a16:creationId xmlns:a16="http://schemas.microsoft.com/office/drawing/2014/main" id="{CA8EFDD2-5E7C-6876-6E19-F9040C52B7EA}"/>
              </a:ext>
            </a:extLst>
          </p:cNvPr>
          <p:cNvSpPr/>
          <p:nvPr/>
        </p:nvSpPr>
        <p:spPr>
          <a:xfrm>
            <a:off x="336401" y="5097499"/>
            <a:ext cx="2850122" cy="1514895"/>
          </a:xfrm>
          <a:prstGeom prst="roundRect">
            <a:avLst/>
          </a:prstGeom>
          <a:solidFill>
            <a:schemeClr val="bg1"/>
          </a:solidFill>
          <a:ln w="76200" cap="flat">
            <a:solidFill>
              <a:schemeClr val="accent2"/>
            </a:solidFill>
            <a:prstDash val="solid"/>
            <a:miter lim="8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7" name="Picture 6" descr="Logo, company name&#10;&#10;Description automatically generated">
            <a:extLst>
              <a:ext uri="{FF2B5EF4-FFF2-40B4-BE49-F238E27FC236}">
                <a16:creationId xmlns:a16="http://schemas.microsoft.com/office/drawing/2014/main" id="{CB3DE87D-513D-57C6-993A-3F57BFE1C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089" y="5263287"/>
            <a:ext cx="2860427" cy="1170711"/>
          </a:xfrm>
          <a:prstGeom prst="rect">
            <a:avLst/>
          </a:prstGeom>
        </p:spPr>
      </p:pic>
      <p:sp>
        <p:nvSpPr>
          <p:cNvPr id="8" name="Rectangle: Rounded Corners 7">
            <a:extLst>
              <a:ext uri="{FF2B5EF4-FFF2-40B4-BE49-F238E27FC236}">
                <a16:creationId xmlns:a16="http://schemas.microsoft.com/office/drawing/2014/main" id="{4FFF4439-D7C2-1AAE-70F3-983D046EEFEB}"/>
              </a:ext>
            </a:extLst>
          </p:cNvPr>
          <p:cNvSpPr/>
          <p:nvPr/>
        </p:nvSpPr>
        <p:spPr>
          <a:xfrm>
            <a:off x="6868274" y="5263287"/>
            <a:ext cx="4895637" cy="1163379"/>
          </a:xfrm>
          <a:prstGeom prst="roundRect">
            <a:avLst/>
          </a:prstGeom>
          <a:solidFill>
            <a:schemeClr val="bg1"/>
          </a:solidFill>
          <a:ln w="76200" cap="flat">
            <a:solidFill>
              <a:schemeClr val="accent2"/>
            </a:solidFill>
            <a:prstDash val="solid"/>
            <a:miter lim="8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9" name="Picture 8" descr="A picture containing text, orange&#10;&#10;Description automatically generated">
            <a:extLst>
              <a:ext uri="{FF2B5EF4-FFF2-40B4-BE49-F238E27FC236}">
                <a16:creationId xmlns:a16="http://schemas.microsoft.com/office/drawing/2014/main" id="{5C026D4D-3C8E-8D61-8055-C754798578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4131" y="5551128"/>
            <a:ext cx="4235360" cy="593147"/>
          </a:xfrm>
          <a:prstGeom prst="rect">
            <a:avLst/>
          </a:prstGeom>
        </p:spPr>
      </p:pic>
    </p:spTree>
  </p:cSld>
  <p:clrMapOvr>
    <a:masterClrMapping/>
  </p:clrMapOvr>
  <p:transition spd="med" advTm="10187"/>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4D1632-8D44-C738-EC05-4C5F53F3C016}"/>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Outline</a:t>
            </a:r>
          </a:p>
        </p:txBody>
      </p:sp>
      <p:graphicFrame>
        <p:nvGraphicFramePr>
          <p:cNvPr id="5" name="Content Placeholder 2">
            <a:extLst>
              <a:ext uri="{FF2B5EF4-FFF2-40B4-BE49-F238E27FC236}">
                <a16:creationId xmlns:a16="http://schemas.microsoft.com/office/drawing/2014/main" id="{A7E2E37C-17ED-A43D-1DAA-1BF19B91E30A}"/>
              </a:ext>
            </a:extLst>
          </p:cNvPr>
          <p:cNvGraphicFramePr>
            <a:graphicFrameLocks noGrp="1"/>
          </p:cNvGraphicFramePr>
          <p:nvPr>
            <p:ph idx="1"/>
            <p:extLst>
              <p:ext uri="{D42A27DB-BD31-4B8C-83A1-F6EECF244321}">
                <p14:modId xmlns:p14="http://schemas.microsoft.com/office/powerpoint/2010/main" val="395775842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908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EC8A3-5A9C-EEBA-00B6-564BD6E3C571}"/>
              </a:ext>
            </a:extLst>
          </p:cNvPr>
          <p:cNvSpPr>
            <a:spLocks noGrp="1"/>
          </p:cNvSpPr>
          <p:nvPr>
            <p:ph type="title"/>
          </p:nvPr>
        </p:nvSpPr>
        <p:spPr>
          <a:xfrm>
            <a:off x="459346" y="278535"/>
            <a:ext cx="9895951" cy="1033669"/>
          </a:xfrm>
        </p:spPr>
        <p:txBody>
          <a:bodyPr>
            <a:normAutofit/>
          </a:bodyPr>
          <a:lstStyle/>
          <a:p>
            <a:r>
              <a:rPr lang="en-US" sz="4000" dirty="0">
                <a:solidFill>
                  <a:srgbClr val="FFFFFF"/>
                </a:solidFill>
              </a:rPr>
              <a:t>Why DECT Imaging?</a:t>
            </a:r>
          </a:p>
        </p:txBody>
      </p:sp>
      <p:graphicFrame>
        <p:nvGraphicFramePr>
          <p:cNvPr id="18" name="Content Placeholder 2">
            <a:extLst>
              <a:ext uri="{FF2B5EF4-FFF2-40B4-BE49-F238E27FC236}">
                <a16:creationId xmlns:a16="http://schemas.microsoft.com/office/drawing/2014/main" id="{FDBEDFFD-8D3D-FF3D-38BC-1D6BD4BA71FB}"/>
              </a:ext>
            </a:extLst>
          </p:cNvPr>
          <p:cNvGraphicFramePr>
            <a:graphicFrameLocks noGrp="1"/>
          </p:cNvGraphicFramePr>
          <p:nvPr>
            <p:ph idx="1"/>
            <p:extLst>
              <p:ext uri="{D42A27DB-BD31-4B8C-83A1-F6EECF244321}">
                <p14:modId xmlns:p14="http://schemas.microsoft.com/office/powerpoint/2010/main" val="2696736350"/>
              </p:ext>
            </p:extLst>
          </p:nvPr>
        </p:nvGraphicFramePr>
        <p:xfrm>
          <a:off x="330200" y="1793075"/>
          <a:ext cx="4857750" cy="4786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a:extLst>
              <a:ext uri="{FF2B5EF4-FFF2-40B4-BE49-F238E27FC236}">
                <a16:creationId xmlns:a16="http://schemas.microsoft.com/office/drawing/2014/main" id="{840AE9E3-DCD9-E7DE-5EDA-435CC145D9FF}"/>
              </a:ext>
            </a:extLst>
          </p:cNvPr>
          <p:cNvGrpSpPr/>
          <p:nvPr/>
        </p:nvGrpSpPr>
        <p:grpSpPr>
          <a:xfrm>
            <a:off x="5518150" y="1975874"/>
            <a:ext cx="6558974" cy="4449774"/>
            <a:chOff x="5518150" y="1975874"/>
            <a:chExt cx="6558974" cy="4449774"/>
          </a:xfrm>
        </p:grpSpPr>
        <p:pic>
          <p:nvPicPr>
            <p:cNvPr id="6" name="Picture 5">
              <a:extLst>
                <a:ext uri="{FF2B5EF4-FFF2-40B4-BE49-F238E27FC236}">
                  <a16:creationId xmlns:a16="http://schemas.microsoft.com/office/drawing/2014/main" id="{A310E872-D02E-1D54-6BC2-0672BB1366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18150" y="1975874"/>
              <a:ext cx="6558974" cy="3516876"/>
            </a:xfrm>
            <a:prstGeom prst="rect">
              <a:avLst/>
            </a:prstGeom>
          </p:spPr>
        </p:pic>
        <p:sp>
          <p:nvSpPr>
            <p:cNvPr id="7" name="TextBox 6">
              <a:extLst>
                <a:ext uri="{FF2B5EF4-FFF2-40B4-BE49-F238E27FC236}">
                  <a16:creationId xmlns:a16="http://schemas.microsoft.com/office/drawing/2014/main" id="{DD6829C2-2C23-6EB5-6A7C-E5B4303E0B5E}"/>
                </a:ext>
              </a:extLst>
            </p:cNvPr>
            <p:cNvSpPr txBox="1"/>
            <p:nvPr/>
          </p:nvSpPr>
          <p:spPr>
            <a:xfrm>
              <a:off x="6188452" y="5656207"/>
              <a:ext cx="5673348" cy="769441"/>
            </a:xfrm>
            <a:prstGeom prst="rect">
              <a:avLst/>
            </a:prstGeom>
            <a:noFill/>
          </p:spPr>
          <p:txBody>
            <a:bodyPr wrap="none" rtlCol="0">
              <a:spAutoFit/>
            </a:bodyPr>
            <a:lstStyle/>
            <a:p>
              <a:r>
                <a:rPr lang="en-US" sz="1100" b="1" i="0" dirty="0">
                  <a:solidFill>
                    <a:srgbClr val="212121"/>
                  </a:solidFill>
                  <a:effectLst/>
                  <a:latin typeface="Times New Roman" panose="02020603050405020304" pitchFamily="18" charset="0"/>
                  <a:cs typeface="Times New Roman" panose="02020603050405020304" pitchFamily="18" charset="0"/>
                </a:rPr>
                <a:t>Spectral multi-energy CT texture analysis with machine learning for tissue classification: </a:t>
              </a:r>
            </a:p>
            <a:p>
              <a:r>
                <a:rPr lang="en-US" sz="1100" b="1" i="0" dirty="0">
                  <a:solidFill>
                    <a:srgbClr val="212121"/>
                  </a:solidFill>
                  <a:effectLst/>
                  <a:latin typeface="Times New Roman" panose="02020603050405020304" pitchFamily="18" charset="0"/>
                  <a:cs typeface="Times New Roman" panose="02020603050405020304" pitchFamily="18" charset="0"/>
                </a:rPr>
                <a:t>an investigation using classification of benign parotid tumors as a testing paradigm</a:t>
              </a:r>
            </a:p>
            <a:p>
              <a:r>
                <a:rPr lang="en-US" sz="1100" b="1" dirty="0">
                  <a:solidFill>
                    <a:srgbClr val="212121"/>
                  </a:solidFill>
                  <a:latin typeface="Times New Roman" panose="02020603050405020304" pitchFamily="18" charset="0"/>
                  <a:cs typeface="Times New Roman" panose="02020603050405020304" pitchFamily="18" charset="0"/>
                </a:rPr>
                <a:t>@</a:t>
              </a:r>
              <a:r>
                <a:rPr lang="en-US" sz="1100" i="1" dirty="0">
                  <a:solidFill>
                    <a:srgbClr val="212121"/>
                  </a:solidFill>
                  <a:latin typeface="Times New Roman" panose="02020603050405020304" pitchFamily="18" charset="0"/>
                  <a:cs typeface="Times New Roman" panose="02020603050405020304" pitchFamily="18" charset="0"/>
                </a:rPr>
                <a:t>Eiman Al </a:t>
              </a:r>
              <a:r>
                <a:rPr lang="en-US" sz="1100" i="1" dirty="0" err="1">
                  <a:solidFill>
                    <a:srgbClr val="212121"/>
                  </a:solidFill>
                  <a:latin typeface="Times New Roman" panose="02020603050405020304" pitchFamily="18" charset="0"/>
                  <a:cs typeface="Times New Roman" panose="02020603050405020304" pitchFamily="18" charset="0"/>
                </a:rPr>
                <a:t>Ajmi</a:t>
              </a:r>
              <a:r>
                <a:rPr lang="en-US" sz="1100" i="1" dirty="0">
                  <a:solidFill>
                    <a:srgbClr val="212121"/>
                  </a:solidFill>
                  <a:latin typeface="Times New Roman" panose="02020603050405020304" pitchFamily="18" charset="0"/>
                  <a:cs typeface="Times New Roman" panose="02020603050405020304" pitchFamily="18" charset="0"/>
                </a:rPr>
                <a:t>, Behzad </a:t>
              </a:r>
              <a:r>
                <a:rPr lang="en-US" sz="1100" i="1" dirty="0" err="1">
                  <a:solidFill>
                    <a:srgbClr val="212121"/>
                  </a:solidFill>
                  <a:latin typeface="Times New Roman" panose="02020603050405020304" pitchFamily="18" charset="0"/>
                  <a:cs typeface="Times New Roman" panose="02020603050405020304" pitchFamily="18" charset="0"/>
                </a:rPr>
                <a:t>Forghani</a:t>
              </a:r>
              <a:r>
                <a:rPr lang="en-US" sz="1100" i="1" dirty="0">
                  <a:solidFill>
                    <a:srgbClr val="212121"/>
                  </a:solidFill>
                  <a:latin typeface="Times New Roman" panose="02020603050405020304" pitchFamily="18" charset="0"/>
                  <a:cs typeface="Times New Roman" panose="02020603050405020304" pitchFamily="18" charset="0"/>
                </a:rPr>
                <a:t>, Caroline Reinhold, Maryam Bayat, Reza </a:t>
              </a:r>
              <a:r>
                <a:rPr lang="en-US" sz="1100" i="1" dirty="0" err="1">
                  <a:solidFill>
                    <a:srgbClr val="212121"/>
                  </a:solidFill>
                  <a:latin typeface="Times New Roman" panose="02020603050405020304" pitchFamily="18" charset="0"/>
                  <a:cs typeface="Times New Roman" panose="02020603050405020304" pitchFamily="18" charset="0"/>
                </a:rPr>
                <a:t>Forghani</a:t>
              </a:r>
              <a:endParaRPr lang="en-US" sz="1100" i="1" dirty="0">
                <a:solidFill>
                  <a:srgbClr val="212121"/>
                </a:solidFill>
                <a:effectLst/>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934483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CA577D-BEB5-7B04-F420-1B9725A17146}"/>
              </a:ext>
            </a:extLst>
          </p:cNvPr>
          <p:cNvSpPr>
            <a:spLocks noGrp="1"/>
          </p:cNvSpPr>
          <p:nvPr>
            <p:ph type="title"/>
          </p:nvPr>
        </p:nvSpPr>
        <p:spPr>
          <a:xfrm>
            <a:off x="291364" y="296792"/>
            <a:ext cx="9718111" cy="1576446"/>
          </a:xfrm>
        </p:spPr>
        <p:txBody>
          <a:bodyPr anchor="ctr">
            <a:normAutofit/>
          </a:bodyPr>
          <a:lstStyle/>
          <a:p>
            <a:r>
              <a:rPr lang="en-US" sz="4000" dirty="0">
                <a:solidFill>
                  <a:srgbClr val="FFFFFF"/>
                </a:solidFill>
              </a:rPr>
              <a:t>Motivation</a:t>
            </a:r>
          </a:p>
        </p:txBody>
      </p:sp>
      <p:graphicFrame>
        <p:nvGraphicFramePr>
          <p:cNvPr id="30" name="Content Placeholder 2">
            <a:extLst>
              <a:ext uri="{FF2B5EF4-FFF2-40B4-BE49-F238E27FC236}">
                <a16:creationId xmlns:a16="http://schemas.microsoft.com/office/drawing/2014/main" id="{86A70DED-6260-0BF9-2345-606764AB850C}"/>
              </a:ext>
            </a:extLst>
          </p:cNvPr>
          <p:cNvGraphicFramePr>
            <a:graphicFrameLocks noGrp="1"/>
          </p:cNvGraphicFramePr>
          <p:nvPr>
            <p:ph idx="1"/>
            <p:extLst>
              <p:ext uri="{D42A27DB-BD31-4B8C-83A1-F6EECF244321}">
                <p14:modId xmlns:p14="http://schemas.microsoft.com/office/powerpoint/2010/main" val="339151895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440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368297" y="394500"/>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Dual CT Energy Project</a:t>
            </a:r>
          </a:p>
        </p:txBody>
      </p:sp>
      <p:graphicFrame>
        <p:nvGraphicFramePr>
          <p:cNvPr id="5" name="Content Placeholder 3">
            <a:extLst>
              <a:ext uri="{FF2B5EF4-FFF2-40B4-BE49-F238E27FC236}">
                <a16:creationId xmlns:a16="http://schemas.microsoft.com/office/drawing/2014/main" id="{4D517724-BEF0-E880-2439-68E529C37FA1}"/>
              </a:ext>
            </a:extLst>
          </p:cNvPr>
          <p:cNvGraphicFramePr>
            <a:graphicFrameLocks/>
          </p:cNvGraphicFramePr>
          <p:nvPr>
            <p:extLst>
              <p:ext uri="{D42A27DB-BD31-4B8C-83A1-F6EECF244321}">
                <p14:modId xmlns:p14="http://schemas.microsoft.com/office/powerpoint/2010/main" val="865679071"/>
              </p:ext>
            </p:extLst>
          </p:nvPr>
        </p:nvGraphicFramePr>
        <p:xfrm>
          <a:off x="858288" y="1711094"/>
          <a:ext cx="4005260" cy="44658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2">
            <a:extLst>
              <a:ext uri="{FF2B5EF4-FFF2-40B4-BE49-F238E27FC236}">
                <a16:creationId xmlns:a16="http://schemas.microsoft.com/office/drawing/2014/main" id="{35CAE62F-BD80-181E-7026-E4E81D31D9D9}"/>
              </a:ext>
            </a:extLst>
          </p:cNvPr>
          <p:cNvGraphicFramePr>
            <a:graphicFrameLocks/>
          </p:cNvGraphicFramePr>
          <p:nvPr>
            <p:extLst>
              <p:ext uri="{D42A27DB-BD31-4B8C-83A1-F6EECF244321}">
                <p14:modId xmlns:p14="http://schemas.microsoft.com/office/powerpoint/2010/main" val="3810735225"/>
              </p:ext>
            </p:extLst>
          </p:nvPr>
        </p:nvGraphicFramePr>
        <p:xfrm>
          <a:off x="5161722" y="1711095"/>
          <a:ext cx="6606208" cy="44702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41749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368297" y="394500"/>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DECT Data Analysis</a:t>
            </a:r>
          </a:p>
        </p:txBody>
      </p:sp>
      <p:graphicFrame>
        <p:nvGraphicFramePr>
          <p:cNvPr id="3" name="Content Placeholder 3">
            <a:extLst>
              <a:ext uri="{FF2B5EF4-FFF2-40B4-BE49-F238E27FC236}">
                <a16:creationId xmlns:a16="http://schemas.microsoft.com/office/drawing/2014/main" id="{F4C94A82-D3F4-C2F9-82CD-6E24C21F92B1}"/>
              </a:ext>
            </a:extLst>
          </p:cNvPr>
          <p:cNvGraphicFramePr>
            <a:graphicFrameLocks noGrp="1"/>
          </p:cNvGraphicFramePr>
          <p:nvPr>
            <p:ph idx="1"/>
            <p:extLst>
              <p:ext uri="{D42A27DB-BD31-4B8C-83A1-F6EECF244321}">
                <p14:modId xmlns:p14="http://schemas.microsoft.com/office/powerpoint/2010/main" val="1139648954"/>
              </p:ext>
            </p:extLst>
          </p:nvPr>
        </p:nvGraphicFramePr>
        <p:xfrm>
          <a:off x="1435099" y="1690688"/>
          <a:ext cx="9630465" cy="2490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4531399-9FA3-C24C-1804-552FD043B617}"/>
              </a:ext>
            </a:extLst>
          </p:cNvPr>
          <p:cNvSpPr txBox="1"/>
          <p:nvPr/>
        </p:nvSpPr>
        <p:spPr>
          <a:xfrm>
            <a:off x="2306154" y="4564170"/>
            <a:ext cx="7672733" cy="1477328"/>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Goal</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Find out whether using multiple keV images per patient gives better feature selection than using one keV image per patient.</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Find which keV level features provide most significant information</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Compare the results by training a supervised model</a:t>
            </a:r>
          </a:p>
        </p:txBody>
      </p:sp>
      <p:sp>
        <p:nvSpPr>
          <p:cNvPr id="7" name="Rectangle 6">
            <a:extLst>
              <a:ext uri="{FF2B5EF4-FFF2-40B4-BE49-F238E27FC236}">
                <a16:creationId xmlns:a16="http://schemas.microsoft.com/office/drawing/2014/main" id="{368C80E4-9F35-515D-4708-64F86A934B90}"/>
              </a:ext>
            </a:extLst>
          </p:cNvPr>
          <p:cNvSpPr/>
          <p:nvPr/>
        </p:nvSpPr>
        <p:spPr>
          <a:xfrm>
            <a:off x="2219739" y="4459357"/>
            <a:ext cx="7918174" cy="182880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4064654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368297" y="394500"/>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Graphical Inspection</a:t>
            </a:r>
          </a:p>
        </p:txBody>
      </p:sp>
      <p:grpSp>
        <p:nvGrpSpPr>
          <p:cNvPr id="5" name="Group 4">
            <a:extLst>
              <a:ext uri="{FF2B5EF4-FFF2-40B4-BE49-F238E27FC236}">
                <a16:creationId xmlns:a16="http://schemas.microsoft.com/office/drawing/2014/main" id="{43039610-9F94-5B72-F901-DBDE9C4CF752}"/>
              </a:ext>
            </a:extLst>
          </p:cNvPr>
          <p:cNvGrpSpPr/>
          <p:nvPr/>
        </p:nvGrpSpPr>
        <p:grpSpPr>
          <a:xfrm>
            <a:off x="231913" y="1575955"/>
            <a:ext cx="11562522" cy="2854446"/>
            <a:chOff x="0" y="2029563"/>
            <a:chExt cx="12026348" cy="3161258"/>
          </a:xfrm>
        </p:grpSpPr>
        <p:pic>
          <p:nvPicPr>
            <p:cNvPr id="6" name="Picture 5" descr="Chart, scatter chart&#10;&#10;Description automatically generated">
              <a:extLst>
                <a:ext uri="{FF2B5EF4-FFF2-40B4-BE49-F238E27FC236}">
                  <a16:creationId xmlns:a16="http://schemas.microsoft.com/office/drawing/2014/main" id="{C634EB8D-6C28-7B73-5243-413C3DD634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554" y="2029563"/>
              <a:ext cx="4211551" cy="3158663"/>
            </a:xfrm>
            <a:prstGeom prst="rect">
              <a:avLst/>
            </a:prstGeom>
          </p:spPr>
        </p:pic>
        <p:pic>
          <p:nvPicPr>
            <p:cNvPr id="7" name="Picture 6" descr="Chart, scatter chart&#10;&#10;Description automatically generated">
              <a:extLst>
                <a:ext uri="{FF2B5EF4-FFF2-40B4-BE49-F238E27FC236}">
                  <a16:creationId xmlns:a16="http://schemas.microsoft.com/office/drawing/2014/main" id="{921EEA2E-A5B3-D588-E4D7-44B4738D7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9563"/>
              <a:ext cx="4211551" cy="3158663"/>
            </a:xfrm>
            <a:prstGeom prst="rect">
              <a:avLst/>
            </a:prstGeom>
          </p:spPr>
        </p:pic>
        <p:pic>
          <p:nvPicPr>
            <p:cNvPr id="8" name="Picture 7" descr="Chart, scatter chart&#10;&#10;Description automatically generated">
              <a:extLst>
                <a:ext uri="{FF2B5EF4-FFF2-40B4-BE49-F238E27FC236}">
                  <a16:creationId xmlns:a16="http://schemas.microsoft.com/office/drawing/2014/main" id="{07038976-71BF-8427-90D8-569C866608AC}"/>
                </a:ext>
              </a:extLst>
            </p:cNvPr>
            <p:cNvPicPr>
              <a:picLocks noChangeAspect="1"/>
            </p:cNvPicPr>
            <p:nvPr/>
          </p:nvPicPr>
          <p:blipFill rotWithShape="1">
            <a:blip r:embed="rId4">
              <a:extLst>
                <a:ext uri="{28A0092B-C50C-407E-A947-70E740481C1C}">
                  <a14:useLocalDpi xmlns:a14="http://schemas.microsoft.com/office/drawing/2010/main" val="0"/>
                </a:ext>
              </a:extLst>
            </a:blip>
            <a:srcRect l="2482" r="6104"/>
            <a:stretch/>
          </p:blipFill>
          <p:spPr>
            <a:xfrm>
              <a:off x="8173279" y="2029563"/>
              <a:ext cx="3853069" cy="3161258"/>
            </a:xfrm>
            <a:prstGeom prst="rect">
              <a:avLst/>
            </a:prstGeom>
          </p:spPr>
        </p:pic>
      </p:grpSp>
      <p:grpSp>
        <p:nvGrpSpPr>
          <p:cNvPr id="9" name="Group 8">
            <a:extLst>
              <a:ext uri="{FF2B5EF4-FFF2-40B4-BE49-F238E27FC236}">
                <a16:creationId xmlns:a16="http://schemas.microsoft.com/office/drawing/2014/main" id="{1D323342-0D3E-F5D1-2724-0B4C7C8B34D2}"/>
              </a:ext>
            </a:extLst>
          </p:cNvPr>
          <p:cNvGrpSpPr/>
          <p:nvPr/>
        </p:nvGrpSpPr>
        <p:grpSpPr>
          <a:xfrm>
            <a:off x="233407" y="4309622"/>
            <a:ext cx="11561028" cy="2647769"/>
            <a:chOff x="126882" y="3783820"/>
            <a:chExt cx="11982292" cy="3112685"/>
          </a:xfrm>
        </p:grpSpPr>
        <p:pic>
          <p:nvPicPr>
            <p:cNvPr id="10" name="Picture 9" descr="Chart, scatter chart&#10;&#10;Description automatically generated">
              <a:extLst>
                <a:ext uri="{FF2B5EF4-FFF2-40B4-BE49-F238E27FC236}">
                  <a16:creationId xmlns:a16="http://schemas.microsoft.com/office/drawing/2014/main" id="{F62F34E5-1F8E-0831-2B7F-FEB3E50E36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882" y="3783821"/>
              <a:ext cx="4098906" cy="3074179"/>
            </a:xfrm>
            <a:prstGeom prst="rect">
              <a:avLst/>
            </a:prstGeom>
          </p:spPr>
        </p:pic>
        <p:pic>
          <p:nvPicPr>
            <p:cNvPr id="11" name="Picture 10" descr="Chart, scatter chart&#10;&#10;Description automatically generated">
              <a:extLst>
                <a:ext uri="{FF2B5EF4-FFF2-40B4-BE49-F238E27FC236}">
                  <a16:creationId xmlns:a16="http://schemas.microsoft.com/office/drawing/2014/main" id="{9FB87E8D-0443-5F94-E83F-09F77A2400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5789" y="3783820"/>
              <a:ext cx="4098905" cy="3074179"/>
            </a:xfrm>
            <a:prstGeom prst="rect">
              <a:avLst/>
            </a:prstGeom>
          </p:spPr>
        </p:pic>
        <p:pic>
          <p:nvPicPr>
            <p:cNvPr id="12" name="Picture 11" descr="Chart, scatter chart&#10;&#10;Description automatically generated">
              <a:extLst>
                <a:ext uri="{FF2B5EF4-FFF2-40B4-BE49-F238E27FC236}">
                  <a16:creationId xmlns:a16="http://schemas.microsoft.com/office/drawing/2014/main" id="{83747C74-0108-21A7-B288-C627FB1EFC9E}"/>
                </a:ext>
              </a:extLst>
            </p:cNvPr>
            <p:cNvPicPr>
              <a:picLocks noChangeAspect="1"/>
            </p:cNvPicPr>
            <p:nvPr/>
          </p:nvPicPr>
          <p:blipFill rotWithShape="1">
            <a:blip r:embed="rId7">
              <a:extLst>
                <a:ext uri="{28A0092B-C50C-407E-A947-70E740481C1C}">
                  <a14:useLocalDpi xmlns:a14="http://schemas.microsoft.com/office/drawing/2010/main" val="0"/>
                </a:ext>
              </a:extLst>
            </a:blip>
            <a:srcRect t="4476" r="4783"/>
            <a:stretch/>
          </p:blipFill>
          <p:spPr>
            <a:xfrm>
              <a:off x="8338931" y="3916017"/>
              <a:ext cx="3770243" cy="2980488"/>
            </a:xfrm>
            <a:prstGeom prst="rect">
              <a:avLst/>
            </a:prstGeom>
          </p:spPr>
        </p:pic>
      </p:grpSp>
    </p:spTree>
    <p:extLst>
      <p:ext uri="{BB962C8B-B14F-4D97-AF65-F5344CB8AC3E}">
        <p14:creationId xmlns:p14="http://schemas.microsoft.com/office/powerpoint/2010/main" val="1333082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368297" y="394500"/>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Principal Component Analysis (PCA)</a:t>
            </a:r>
          </a:p>
        </p:txBody>
      </p:sp>
      <p:grpSp>
        <p:nvGrpSpPr>
          <p:cNvPr id="54" name="Group 53">
            <a:extLst>
              <a:ext uri="{FF2B5EF4-FFF2-40B4-BE49-F238E27FC236}">
                <a16:creationId xmlns:a16="http://schemas.microsoft.com/office/drawing/2014/main" id="{C8A5D9EF-DC79-5452-0501-1F5EBF32351A}"/>
              </a:ext>
            </a:extLst>
          </p:cNvPr>
          <p:cNvGrpSpPr/>
          <p:nvPr/>
        </p:nvGrpSpPr>
        <p:grpSpPr>
          <a:xfrm>
            <a:off x="132863" y="4295882"/>
            <a:ext cx="7001451" cy="2412553"/>
            <a:chOff x="122617" y="4312234"/>
            <a:chExt cx="7001451" cy="2412553"/>
          </a:xfrm>
        </p:grpSpPr>
        <p:pic>
          <p:nvPicPr>
            <p:cNvPr id="56" name="Picture 55">
              <a:extLst>
                <a:ext uri="{FF2B5EF4-FFF2-40B4-BE49-F238E27FC236}">
                  <a16:creationId xmlns:a16="http://schemas.microsoft.com/office/drawing/2014/main" id="{F61EDAFB-E35F-B0AF-FCA7-132ACD46A003}"/>
                </a:ext>
              </a:extLst>
            </p:cNvPr>
            <p:cNvPicPr>
              <a:picLocks noChangeAspect="1"/>
            </p:cNvPicPr>
            <p:nvPr/>
          </p:nvPicPr>
          <p:blipFill>
            <a:blip r:embed="rId2"/>
            <a:stretch>
              <a:fillRect/>
            </a:stretch>
          </p:blipFill>
          <p:spPr>
            <a:xfrm>
              <a:off x="122617" y="4765436"/>
              <a:ext cx="1510250" cy="1959351"/>
            </a:xfrm>
            <a:prstGeom prst="rect">
              <a:avLst/>
            </a:prstGeom>
          </p:spPr>
        </p:pic>
        <p:pic>
          <p:nvPicPr>
            <p:cNvPr id="57" name="Picture 56">
              <a:extLst>
                <a:ext uri="{FF2B5EF4-FFF2-40B4-BE49-F238E27FC236}">
                  <a16:creationId xmlns:a16="http://schemas.microsoft.com/office/drawing/2014/main" id="{595AD21D-9313-164C-5BC9-C0DA61F3D6E3}"/>
                </a:ext>
              </a:extLst>
            </p:cNvPr>
            <p:cNvPicPr>
              <a:picLocks noChangeAspect="1"/>
            </p:cNvPicPr>
            <p:nvPr/>
          </p:nvPicPr>
          <p:blipFill>
            <a:blip r:embed="rId3"/>
            <a:stretch>
              <a:fillRect/>
            </a:stretch>
          </p:blipFill>
          <p:spPr>
            <a:xfrm>
              <a:off x="2214333" y="4750533"/>
              <a:ext cx="1653296" cy="1943590"/>
            </a:xfrm>
            <a:prstGeom prst="rect">
              <a:avLst/>
            </a:prstGeom>
          </p:spPr>
        </p:pic>
        <p:cxnSp>
          <p:nvCxnSpPr>
            <p:cNvPr id="58" name="Straight Arrow Connector 57">
              <a:extLst>
                <a:ext uri="{FF2B5EF4-FFF2-40B4-BE49-F238E27FC236}">
                  <a16:creationId xmlns:a16="http://schemas.microsoft.com/office/drawing/2014/main" id="{8CACC807-772E-6A3F-D6B7-33176E7CD346}"/>
                </a:ext>
              </a:extLst>
            </p:cNvPr>
            <p:cNvCxnSpPr>
              <a:cxnSpLocks/>
            </p:cNvCxnSpPr>
            <p:nvPr/>
          </p:nvCxnSpPr>
          <p:spPr>
            <a:xfrm>
              <a:off x="1671233" y="5722328"/>
              <a:ext cx="3530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59" name="Picture 58">
              <a:extLst>
                <a:ext uri="{FF2B5EF4-FFF2-40B4-BE49-F238E27FC236}">
                  <a16:creationId xmlns:a16="http://schemas.microsoft.com/office/drawing/2014/main" id="{CE087D1A-183D-F19F-8DFF-6F49DE366D12}"/>
                </a:ext>
              </a:extLst>
            </p:cNvPr>
            <p:cNvPicPr>
              <a:picLocks noChangeAspect="1"/>
            </p:cNvPicPr>
            <p:nvPr/>
          </p:nvPicPr>
          <p:blipFill rotWithShape="1">
            <a:blip r:embed="rId4"/>
            <a:srcRect t="5039"/>
            <a:stretch/>
          </p:blipFill>
          <p:spPr>
            <a:xfrm>
              <a:off x="4224366" y="4901159"/>
              <a:ext cx="2583404" cy="1823628"/>
            </a:xfrm>
            <a:prstGeom prst="rect">
              <a:avLst/>
            </a:prstGeom>
          </p:spPr>
        </p:pic>
        <p:cxnSp>
          <p:nvCxnSpPr>
            <p:cNvPr id="60" name="Straight Arrow Connector 59">
              <a:extLst>
                <a:ext uri="{FF2B5EF4-FFF2-40B4-BE49-F238E27FC236}">
                  <a16:creationId xmlns:a16="http://schemas.microsoft.com/office/drawing/2014/main" id="{B0C08A3E-31A6-EC75-3A1C-239C2F68326C}"/>
                </a:ext>
              </a:extLst>
            </p:cNvPr>
            <p:cNvCxnSpPr>
              <a:cxnSpLocks/>
            </p:cNvCxnSpPr>
            <p:nvPr/>
          </p:nvCxnSpPr>
          <p:spPr>
            <a:xfrm>
              <a:off x="3923860" y="5713091"/>
              <a:ext cx="3530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1EB6B5BC-15A0-643F-A159-7CCD8C1DDAAE}"/>
                </a:ext>
              </a:extLst>
            </p:cNvPr>
            <p:cNvSpPr txBox="1"/>
            <p:nvPr/>
          </p:nvSpPr>
          <p:spPr>
            <a:xfrm>
              <a:off x="2104651" y="4312234"/>
              <a:ext cx="1872659" cy="338554"/>
            </a:xfrm>
            <a:prstGeom prst="rect">
              <a:avLst/>
            </a:prstGeom>
            <a:noFill/>
          </p:spPr>
          <p:txBody>
            <a:bodyPr wrap="square" rtlCol="0">
              <a:spAutoFit/>
            </a:bodyPr>
            <a:lstStyle/>
            <a:p>
              <a:pPr algn="ctr"/>
              <a:r>
                <a:rPr lang="en-US" sz="1600" dirty="0"/>
                <a:t>Pseudo 5D plot</a:t>
              </a:r>
            </a:p>
          </p:txBody>
        </p:sp>
        <p:sp>
          <p:nvSpPr>
            <p:cNvPr id="62" name="TextBox 61">
              <a:extLst>
                <a:ext uri="{FF2B5EF4-FFF2-40B4-BE49-F238E27FC236}">
                  <a16:creationId xmlns:a16="http://schemas.microsoft.com/office/drawing/2014/main" id="{D82FAE10-4133-1465-DC65-0651EBF923AC}"/>
                </a:ext>
              </a:extLst>
            </p:cNvPr>
            <p:cNvSpPr txBox="1"/>
            <p:nvPr/>
          </p:nvSpPr>
          <p:spPr>
            <a:xfrm>
              <a:off x="4516898" y="4312234"/>
              <a:ext cx="1872659" cy="338554"/>
            </a:xfrm>
            <a:prstGeom prst="rect">
              <a:avLst/>
            </a:prstGeom>
            <a:noFill/>
          </p:spPr>
          <p:txBody>
            <a:bodyPr wrap="square" rtlCol="0">
              <a:spAutoFit/>
            </a:bodyPr>
            <a:lstStyle/>
            <a:p>
              <a:pPr algn="ctr"/>
              <a:r>
                <a:rPr lang="en-US" sz="1600" dirty="0"/>
                <a:t>Covariance Matrix</a:t>
              </a:r>
            </a:p>
          </p:txBody>
        </p:sp>
        <p:cxnSp>
          <p:nvCxnSpPr>
            <p:cNvPr id="63" name="Straight Arrow Connector 62">
              <a:extLst>
                <a:ext uri="{FF2B5EF4-FFF2-40B4-BE49-F238E27FC236}">
                  <a16:creationId xmlns:a16="http://schemas.microsoft.com/office/drawing/2014/main" id="{E8A3385F-1121-CCDE-EC47-BB24095DAB48}"/>
                </a:ext>
              </a:extLst>
            </p:cNvPr>
            <p:cNvCxnSpPr>
              <a:cxnSpLocks/>
            </p:cNvCxnSpPr>
            <p:nvPr/>
          </p:nvCxnSpPr>
          <p:spPr>
            <a:xfrm>
              <a:off x="6770997" y="5722328"/>
              <a:ext cx="3530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E2BE6503-E85A-B662-66C3-2E27ADA9B81B}"/>
              </a:ext>
            </a:extLst>
          </p:cNvPr>
          <p:cNvGrpSpPr/>
          <p:nvPr/>
        </p:nvGrpSpPr>
        <p:grpSpPr>
          <a:xfrm>
            <a:off x="6781243" y="4320933"/>
            <a:ext cx="2631342" cy="2500020"/>
            <a:chOff x="6791054" y="4254828"/>
            <a:chExt cx="2631342" cy="2500020"/>
          </a:xfrm>
        </p:grpSpPr>
        <p:pic>
          <p:nvPicPr>
            <p:cNvPr id="65" name="Picture 64">
              <a:extLst>
                <a:ext uri="{FF2B5EF4-FFF2-40B4-BE49-F238E27FC236}">
                  <a16:creationId xmlns:a16="http://schemas.microsoft.com/office/drawing/2014/main" id="{36892639-6FF8-CE4A-0144-1B3B2E00FEA6}"/>
                </a:ext>
              </a:extLst>
            </p:cNvPr>
            <p:cNvPicPr>
              <a:picLocks noChangeAspect="1"/>
            </p:cNvPicPr>
            <p:nvPr/>
          </p:nvPicPr>
          <p:blipFill>
            <a:blip r:embed="rId5"/>
            <a:stretch>
              <a:fillRect/>
            </a:stretch>
          </p:blipFill>
          <p:spPr>
            <a:xfrm>
              <a:off x="7159060" y="4735373"/>
              <a:ext cx="2263336" cy="2019475"/>
            </a:xfrm>
            <a:prstGeom prst="rect">
              <a:avLst/>
            </a:prstGeom>
          </p:spPr>
        </p:pic>
        <p:sp>
          <p:nvSpPr>
            <p:cNvPr id="66" name="TextBox 65">
              <a:extLst>
                <a:ext uri="{FF2B5EF4-FFF2-40B4-BE49-F238E27FC236}">
                  <a16:creationId xmlns:a16="http://schemas.microsoft.com/office/drawing/2014/main" id="{94E03611-0218-5AAB-554A-35F74473D5EE}"/>
                </a:ext>
              </a:extLst>
            </p:cNvPr>
            <p:cNvSpPr txBox="1"/>
            <p:nvPr/>
          </p:nvSpPr>
          <p:spPr>
            <a:xfrm>
              <a:off x="6791054" y="4259711"/>
              <a:ext cx="1139687" cy="584775"/>
            </a:xfrm>
            <a:prstGeom prst="rect">
              <a:avLst/>
            </a:prstGeom>
            <a:noFill/>
          </p:spPr>
          <p:txBody>
            <a:bodyPr wrap="square" rtlCol="0">
              <a:spAutoFit/>
            </a:bodyPr>
            <a:lstStyle/>
            <a:p>
              <a:pPr algn="ctr"/>
              <a:r>
                <a:rPr lang="en-US" sz="1600" dirty="0"/>
                <a:t>Eigen vector</a:t>
              </a:r>
            </a:p>
          </p:txBody>
        </p:sp>
        <p:sp>
          <p:nvSpPr>
            <p:cNvPr id="67" name="TextBox 66">
              <a:extLst>
                <a:ext uri="{FF2B5EF4-FFF2-40B4-BE49-F238E27FC236}">
                  <a16:creationId xmlns:a16="http://schemas.microsoft.com/office/drawing/2014/main" id="{E7EDB307-27DD-19E4-1E7E-A1EAFDBB433A}"/>
                </a:ext>
              </a:extLst>
            </p:cNvPr>
            <p:cNvSpPr txBox="1"/>
            <p:nvPr/>
          </p:nvSpPr>
          <p:spPr>
            <a:xfrm>
              <a:off x="7562735" y="4254828"/>
              <a:ext cx="1139687" cy="584775"/>
            </a:xfrm>
            <a:prstGeom prst="rect">
              <a:avLst/>
            </a:prstGeom>
            <a:noFill/>
          </p:spPr>
          <p:txBody>
            <a:bodyPr wrap="square" rtlCol="0">
              <a:spAutoFit/>
            </a:bodyPr>
            <a:lstStyle/>
            <a:p>
              <a:pPr algn="ctr"/>
              <a:r>
                <a:rPr lang="en-US" sz="1600" dirty="0"/>
                <a:t>Eigen </a:t>
              </a:r>
            </a:p>
            <a:p>
              <a:pPr algn="ctr"/>
              <a:r>
                <a:rPr lang="en-US" sz="1600" dirty="0"/>
                <a:t>value</a:t>
              </a:r>
            </a:p>
          </p:txBody>
        </p:sp>
      </p:grpSp>
      <p:grpSp>
        <p:nvGrpSpPr>
          <p:cNvPr id="68" name="Group 67">
            <a:extLst>
              <a:ext uri="{FF2B5EF4-FFF2-40B4-BE49-F238E27FC236}">
                <a16:creationId xmlns:a16="http://schemas.microsoft.com/office/drawing/2014/main" id="{2A6C55A8-ED69-EF7B-E3B3-2720F1876C9E}"/>
              </a:ext>
            </a:extLst>
          </p:cNvPr>
          <p:cNvGrpSpPr/>
          <p:nvPr/>
        </p:nvGrpSpPr>
        <p:grpSpPr>
          <a:xfrm>
            <a:off x="9148656" y="4369183"/>
            <a:ext cx="2910481" cy="2400887"/>
            <a:chOff x="9263270" y="4312234"/>
            <a:chExt cx="2910481" cy="2400887"/>
          </a:xfrm>
        </p:grpSpPr>
        <p:cxnSp>
          <p:nvCxnSpPr>
            <p:cNvPr id="69" name="Straight Arrow Connector 68">
              <a:extLst>
                <a:ext uri="{FF2B5EF4-FFF2-40B4-BE49-F238E27FC236}">
                  <a16:creationId xmlns:a16="http://schemas.microsoft.com/office/drawing/2014/main" id="{D21F5FCA-8E06-6A8B-0EA8-F6879F465939}"/>
                </a:ext>
              </a:extLst>
            </p:cNvPr>
            <p:cNvCxnSpPr/>
            <p:nvPr/>
          </p:nvCxnSpPr>
          <p:spPr>
            <a:xfrm>
              <a:off x="9263270" y="5745110"/>
              <a:ext cx="36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FEBBB605-9BC2-AFB4-F803-E6EBA9CEA912}"/>
                </a:ext>
              </a:extLst>
            </p:cNvPr>
            <p:cNvPicPr>
              <a:picLocks noChangeAspect="1"/>
            </p:cNvPicPr>
            <p:nvPr/>
          </p:nvPicPr>
          <p:blipFill>
            <a:blip r:embed="rId6"/>
            <a:stretch>
              <a:fillRect/>
            </a:stretch>
          </p:blipFill>
          <p:spPr>
            <a:xfrm>
              <a:off x="9670699" y="4312234"/>
              <a:ext cx="2503052" cy="2400887"/>
            </a:xfrm>
            <a:prstGeom prst="rect">
              <a:avLst/>
            </a:prstGeom>
          </p:spPr>
        </p:pic>
      </p:grpSp>
      <p:pic>
        <p:nvPicPr>
          <p:cNvPr id="1026" name="Picture 2">
            <a:extLst>
              <a:ext uri="{FF2B5EF4-FFF2-40B4-BE49-F238E27FC236}">
                <a16:creationId xmlns:a16="http://schemas.microsoft.com/office/drawing/2014/main" id="{A5C4B269-7D1B-8EFA-1330-8F020A437C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25048" y="1946177"/>
            <a:ext cx="3003099" cy="18517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EAF2F7-548B-FA4A-0D9C-540E3AA7F099}"/>
              </a:ext>
            </a:extLst>
          </p:cNvPr>
          <p:cNvSpPr txBox="1"/>
          <p:nvPr/>
        </p:nvSpPr>
        <p:spPr>
          <a:xfrm>
            <a:off x="806451" y="2268789"/>
            <a:ext cx="4267200" cy="1200329"/>
          </a:xfrm>
          <a:prstGeom prst="rect">
            <a:avLst/>
          </a:prstGeom>
          <a:noFill/>
        </p:spPr>
        <p:txBody>
          <a:bodyPr wrap="square">
            <a:spAutoFit/>
          </a:bodyPr>
          <a:lstStyle/>
          <a:p>
            <a:pPr marL="285750" indent="-285750" algn="l">
              <a:buFont typeface="Wingdings" panose="05000000000000000000" pitchFamily="2" charset="2"/>
              <a:buChar char="v"/>
            </a:pPr>
            <a:r>
              <a:rPr lang="en-US" b="0" i="0" dirty="0">
                <a:effectLst/>
                <a:latin typeface="Times New Roman" panose="02020603050405020304" pitchFamily="18" charset="0"/>
                <a:cs typeface="Times New Roman" panose="02020603050405020304" pitchFamily="18" charset="0"/>
              </a:rPr>
              <a:t>Data </a:t>
            </a:r>
            <a:r>
              <a:rPr lang="en-US" dirty="0">
                <a:latin typeface="Times New Roman" panose="02020603050405020304" pitchFamily="18" charset="0"/>
                <a:cs typeface="Times New Roman" panose="02020603050405020304" pitchFamily="18" charset="0"/>
              </a:rPr>
              <a:t>S</a:t>
            </a:r>
            <a:r>
              <a:rPr lang="en-US" b="0" i="0" dirty="0">
                <a:effectLst/>
                <a:latin typeface="Times New Roman" panose="02020603050405020304" pitchFamily="18" charset="0"/>
                <a:cs typeface="Times New Roman" panose="02020603050405020304" pitchFamily="18" charset="0"/>
              </a:rPr>
              <a:t>tandardization</a:t>
            </a:r>
          </a:p>
          <a:p>
            <a:pPr marL="285750" indent="-285750" algn="l">
              <a:buFont typeface="Wingdings" panose="05000000000000000000" pitchFamily="2" charset="2"/>
              <a:buChar char="v"/>
            </a:pPr>
            <a:r>
              <a:rPr lang="en-US" b="0" i="0" dirty="0">
                <a:effectLst/>
                <a:latin typeface="Times New Roman" panose="02020603050405020304" pitchFamily="18" charset="0"/>
                <a:cs typeface="Times New Roman" panose="02020603050405020304" pitchFamily="18" charset="0"/>
              </a:rPr>
              <a:t>Eigenvalue Decomposition </a:t>
            </a:r>
          </a:p>
          <a:p>
            <a:pPr marL="285750" indent="-285750" algn="l">
              <a:buFont typeface="Wingdings" panose="05000000000000000000" pitchFamily="2" charset="2"/>
              <a:buChar char="v"/>
            </a:pPr>
            <a:r>
              <a:rPr lang="en-US" b="0" i="0" dirty="0">
                <a:effectLst/>
                <a:latin typeface="Times New Roman" panose="02020603050405020304" pitchFamily="18" charset="0"/>
                <a:cs typeface="Times New Roman" panose="02020603050405020304" pitchFamily="18" charset="0"/>
              </a:rPr>
              <a:t>Principal Component </a:t>
            </a:r>
            <a:r>
              <a:rPr lang="en-US" dirty="0">
                <a:latin typeface="Times New Roman" panose="02020603050405020304" pitchFamily="18" charset="0"/>
                <a:cs typeface="Times New Roman" panose="02020603050405020304" pitchFamily="18" charset="0"/>
              </a:rPr>
              <a:t>S</a:t>
            </a:r>
            <a:r>
              <a:rPr lang="en-US" b="0" i="0" dirty="0">
                <a:effectLst/>
                <a:latin typeface="Times New Roman" panose="02020603050405020304" pitchFamily="18" charset="0"/>
                <a:cs typeface="Times New Roman" panose="02020603050405020304" pitchFamily="18" charset="0"/>
              </a:rPr>
              <a:t>election and </a:t>
            </a:r>
            <a:r>
              <a:rPr lang="en-US" dirty="0">
                <a:latin typeface="Times New Roman" panose="02020603050405020304" pitchFamily="18" charset="0"/>
                <a:cs typeface="Times New Roman" panose="02020603050405020304" pitchFamily="18" charset="0"/>
              </a:rPr>
              <a:t>P</a:t>
            </a:r>
            <a:r>
              <a:rPr lang="en-US" b="0" i="0" dirty="0">
                <a:effectLst/>
                <a:latin typeface="Times New Roman" panose="02020603050405020304" pitchFamily="18" charset="0"/>
                <a:cs typeface="Times New Roman" panose="02020603050405020304" pitchFamily="18" charset="0"/>
              </a:rPr>
              <a:t>rojection</a:t>
            </a:r>
          </a:p>
        </p:txBody>
      </p:sp>
      <p:pic>
        <p:nvPicPr>
          <p:cNvPr id="1028" name="Picture 4">
            <a:extLst>
              <a:ext uri="{FF2B5EF4-FFF2-40B4-BE49-F238E27FC236}">
                <a16:creationId xmlns:a16="http://schemas.microsoft.com/office/drawing/2014/main" id="{95DAC192-0A42-29E5-D458-DCF0F4EE36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0308" y="1946177"/>
            <a:ext cx="2031652" cy="2031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32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368297" y="394500"/>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Feature Inspection</a:t>
            </a:r>
          </a:p>
        </p:txBody>
      </p:sp>
      <p:graphicFrame>
        <p:nvGraphicFramePr>
          <p:cNvPr id="47" name="Content Placeholder 3">
            <a:extLst>
              <a:ext uri="{FF2B5EF4-FFF2-40B4-BE49-F238E27FC236}">
                <a16:creationId xmlns:a16="http://schemas.microsoft.com/office/drawing/2014/main" id="{2E16DA09-0880-0216-4EE1-1863772133E7}"/>
              </a:ext>
            </a:extLst>
          </p:cNvPr>
          <p:cNvGraphicFramePr>
            <a:graphicFrameLocks noGrp="1"/>
          </p:cNvGraphicFramePr>
          <p:nvPr>
            <p:ph idx="1"/>
            <p:extLst>
              <p:ext uri="{D42A27DB-BD31-4B8C-83A1-F6EECF244321}">
                <p14:modId xmlns:p14="http://schemas.microsoft.com/office/powerpoint/2010/main" val="81144514"/>
              </p:ext>
            </p:extLst>
          </p:nvPr>
        </p:nvGraphicFramePr>
        <p:xfrm>
          <a:off x="368296" y="1111206"/>
          <a:ext cx="11823704" cy="3003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8" name="TextBox 47">
            <a:extLst>
              <a:ext uri="{FF2B5EF4-FFF2-40B4-BE49-F238E27FC236}">
                <a16:creationId xmlns:a16="http://schemas.microsoft.com/office/drawing/2014/main" id="{47D47241-5A77-D37C-E080-B42CE796D29D}"/>
              </a:ext>
            </a:extLst>
          </p:cNvPr>
          <p:cNvSpPr txBox="1"/>
          <p:nvPr/>
        </p:nvSpPr>
        <p:spPr>
          <a:xfrm>
            <a:off x="6395536" y="3434963"/>
            <a:ext cx="2260647" cy="1015663"/>
          </a:xfrm>
          <a:prstGeom prst="rect">
            <a:avLst/>
          </a:prstGeom>
          <a:noFill/>
          <a:ln w="28575">
            <a:solidFill>
              <a:srgbClr val="0070C0"/>
            </a:solidFill>
          </a:ln>
        </p:spPr>
        <p:txBody>
          <a:bodyPr wrap="square" rtlCol="0">
            <a:spAutoFit/>
          </a:bodyPr>
          <a:lstStyle/>
          <a:p>
            <a:pPr algn="ctr"/>
            <a:r>
              <a:rPr lang="en-US" sz="1200" b="1" dirty="0"/>
              <a:t>31</a:t>
            </a:r>
            <a:r>
              <a:rPr lang="en-US" sz="1200" dirty="0"/>
              <a:t> comp for </a:t>
            </a:r>
            <a:r>
              <a:rPr lang="en-US" sz="1200" b="1" dirty="0"/>
              <a:t>40keV</a:t>
            </a:r>
            <a:r>
              <a:rPr lang="en-US" sz="1200" dirty="0"/>
              <a:t> </a:t>
            </a:r>
            <a:r>
              <a:rPr lang="en-US" sz="1200" dirty="0">
                <a:sym typeface="Wingdings" panose="05000000000000000000" pitchFamily="2" charset="2"/>
              </a:rPr>
              <a:t> 80x31</a:t>
            </a:r>
          </a:p>
          <a:p>
            <a:pPr algn="ctr"/>
            <a:r>
              <a:rPr lang="en-US" sz="1200" b="1" dirty="0"/>
              <a:t>32</a:t>
            </a:r>
            <a:r>
              <a:rPr lang="en-US" sz="1200" dirty="0"/>
              <a:t> comp for </a:t>
            </a:r>
            <a:r>
              <a:rPr lang="en-US" sz="1200" b="1" dirty="0"/>
              <a:t>45keV</a:t>
            </a:r>
            <a:r>
              <a:rPr lang="en-US" sz="1200" dirty="0"/>
              <a:t> </a:t>
            </a:r>
            <a:r>
              <a:rPr lang="en-US" sz="1200" dirty="0">
                <a:sym typeface="Wingdings" panose="05000000000000000000" pitchFamily="2" charset="2"/>
              </a:rPr>
              <a:t> 80x32</a:t>
            </a:r>
          </a:p>
          <a:p>
            <a:pPr algn="ctr"/>
            <a:r>
              <a:rPr lang="en-US" sz="1200" dirty="0">
                <a:sym typeface="Wingdings" panose="05000000000000000000" pitchFamily="2" charset="2"/>
              </a:rPr>
              <a:t>… … …</a:t>
            </a:r>
          </a:p>
          <a:p>
            <a:pPr algn="ctr"/>
            <a:r>
              <a:rPr lang="en-US" sz="1200" dirty="0">
                <a:sym typeface="Wingdings" panose="05000000000000000000" pitchFamily="2" charset="2"/>
              </a:rPr>
              <a:t>… … …</a:t>
            </a:r>
          </a:p>
          <a:p>
            <a:pPr algn="ctr"/>
            <a:r>
              <a:rPr lang="en-US" sz="1200" b="1" dirty="0"/>
              <a:t>34</a:t>
            </a:r>
            <a:r>
              <a:rPr lang="en-US" sz="1200" dirty="0"/>
              <a:t> comp for </a:t>
            </a:r>
            <a:r>
              <a:rPr lang="en-US" sz="1200" b="1" dirty="0"/>
              <a:t>140keV</a:t>
            </a:r>
            <a:r>
              <a:rPr lang="en-US" sz="1200" dirty="0"/>
              <a:t> </a:t>
            </a:r>
            <a:r>
              <a:rPr lang="en-US" sz="1200" dirty="0">
                <a:sym typeface="Wingdings" panose="05000000000000000000" pitchFamily="2" charset="2"/>
              </a:rPr>
              <a:t> 80x34</a:t>
            </a:r>
          </a:p>
        </p:txBody>
      </p:sp>
      <p:sp>
        <p:nvSpPr>
          <p:cNvPr id="50" name="Arrow: Down 49">
            <a:extLst>
              <a:ext uri="{FF2B5EF4-FFF2-40B4-BE49-F238E27FC236}">
                <a16:creationId xmlns:a16="http://schemas.microsoft.com/office/drawing/2014/main" id="{34DD250B-36A9-5191-3FD8-49B63A898375}"/>
              </a:ext>
            </a:extLst>
          </p:cNvPr>
          <p:cNvSpPr/>
          <p:nvPr/>
        </p:nvSpPr>
        <p:spPr>
          <a:xfrm>
            <a:off x="7437509" y="2924185"/>
            <a:ext cx="265044" cy="510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CE5E80DD-1A53-8077-9083-67F39D352A55}"/>
              </a:ext>
            </a:extLst>
          </p:cNvPr>
          <p:cNvSpPr txBox="1"/>
          <p:nvPr/>
        </p:nvSpPr>
        <p:spPr>
          <a:xfrm>
            <a:off x="3481749" y="5301733"/>
            <a:ext cx="5034458" cy="369332"/>
          </a:xfrm>
          <a:prstGeom prst="rect">
            <a:avLst/>
          </a:prstGeom>
          <a:noFill/>
        </p:spPr>
        <p:txBody>
          <a:bodyPr wrap="square" rtlCol="0">
            <a:spAutoFit/>
          </a:bodyPr>
          <a:lstStyle/>
          <a:p>
            <a:r>
              <a:rPr lang="en-US" dirty="0"/>
              <a:t>65 keV </a:t>
            </a:r>
            <a:r>
              <a:rPr lang="en-US" dirty="0">
                <a:sym typeface="Wingdings" panose="05000000000000000000" pitchFamily="2" charset="2"/>
              </a:rPr>
              <a:t> 4019 features                    34 feature</a:t>
            </a:r>
            <a:endParaRPr lang="en-US" dirty="0"/>
          </a:p>
        </p:txBody>
      </p:sp>
      <p:sp>
        <p:nvSpPr>
          <p:cNvPr id="74" name="Rectangle 73">
            <a:extLst>
              <a:ext uri="{FF2B5EF4-FFF2-40B4-BE49-F238E27FC236}">
                <a16:creationId xmlns:a16="http://schemas.microsoft.com/office/drawing/2014/main" id="{EDD0D98A-AED4-3E0A-EBFD-EFDEF213DEE7}"/>
              </a:ext>
            </a:extLst>
          </p:cNvPr>
          <p:cNvSpPr/>
          <p:nvPr/>
        </p:nvSpPr>
        <p:spPr>
          <a:xfrm>
            <a:off x="6125945" y="5377068"/>
            <a:ext cx="808382" cy="218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PCA</a:t>
            </a:r>
          </a:p>
        </p:txBody>
      </p:sp>
      <p:sp>
        <p:nvSpPr>
          <p:cNvPr id="75" name="TextBox 74">
            <a:extLst>
              <a:ext uri="{FF2B5EF4-FFF2-40B4-BE49-F238E27FC236}">
                <a16:creationId xmlns:a16="http://schemas.microsoft.com/office/drawing/2014/main" id="{BD0B9E11-D917-4662-3F51-C982F5351785}"/>
              </a:ext>
            </a:extLst>
          </p:cNvPr>
          <p:cNvSpPr txBox="1"/>
          <p:nvPr/>
        </p:nvSpPr>
        <p:spPr>
          <a:xfrm>
            <a:off x="3525688" y="5347900"/>
            <a:ext cx="4851895" cy="276999"/>
          </a:xfrm>
          <a:prstGeom prst="rect">
            <a:avLst/>
          </a:prstGeom>
          <a:noFill/>
          <a:ln w="28575">
            <a:solidFill>
              <a:srgbClr val="0070C0"/>
            </a:solidFill>
          </a:ln>
        </p:spPr>
        <p:txBody>
          <a:bodyPr wrap="square" rtlCol="0">
            <a:spAutoFit/>
          </a:bodyPr>
          <a:lstStyle/>
          <a:p>
            <a:pPr algn="ctr"/>
            <a:endParaRPr lang="en-US" sz="1200" dirty="0">
              <a:sym typeface="Wingdings" panose="05000000000000000000" pitchFamily="2" charset="2"/>
            </a:endParaRPr>
          </a:p>
        </p:txBody>
      </p:sp>
    </p:spTree>
    <p:extLst>
      <p:ext uri="{BB962C8B-B14F-4D97-AF65-F5344CB8AC3E}">
        <p14:creationId xmlns:p14="http://schemas.microsoft.com/office/powerpoint/2010/main" val="2821485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116405" y="112206"/>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Results</a:t>
            </a:r>
          </a:p>
        </p:txBody>
      </p:sp>
      <p:graphicFrame>
        <p:nvGraphicFramePr>
          <p:cNvPr id="4" name="Content Placeholder 3">
            <a:extLst>
              <a:ext uri="{FF2B5EF4-FFF2-40B4-BE49-F238E27FC236}">
                <a16:creationId xmlns:a16="http://schemas.microsoft.com/office/drawing/2014/main" id="{BC9CF61C-AEF1-F0E9-3B82-3F351988E0EA}"/>
              </a:ext>
            </a:extLst>
          </p:cNvPr>
          <p:cNvGraphicFramePr>
            <a:graphicFrameLocks noGrp="1"/>
          </p:cNvGraphicFramePr>
          <p:nvPr>
            <p:ph idx="1"/>
            <p:extLst>
              <p:ext uri="{D42A27DB-BD31-4B8C-83A1-F6EECF244321}">
                <p14:modId xmlns:p14="http://schemas.microsoft.com/office/powerpoint/2010/main" val="3560972356"/>
              </p:ext>
            </p:extLst>
          </p:nvPr>
        </p:nvGraphicFramePr>
        <p:xfrm>
          <a:off x="1460286" y="1676616"/>
          <a:ext cx="9804614" cy="1345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81787AA-7FE1-77E9-9E01-5C3F025FAC86}"/>
              </a:ext>
            </a:extLst>
          </p:cNvPr>
          <p:cNvSpPr txBox="1"/>
          <p:nvPr/>
        </p:nvSpPr>
        <p:spPr>
          <a:xfrm>
            <a:off x="5308600" y="3050949"/>
            <a:ext cx="133664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ML Pipeline</a:t>
            </a:r>
          </a:p>
        </p:txBody>
      </p:sp>
      <p:graphicFrame>
        <p:nvGraphicFramePr>
          <p:cNvPr id="6" name="Table 4">
            <a:extLst>
              <a:ext uri="{FF2B5EF4-FFF2-40B4-BE49-F238E27FC236}">
                <a16:creationId xmlns:a16="http://schemas.microsoft.com/office/drawing/2014/main" id="{04169A35-BE8E-0717-278A-EABE932340A5}"/>
              </a:ext>
            </a:extLst>
          </p:cNvPr>
          <p:cNvGraphicFramePr>
            <a:graphicFrameLocks/>
          </p:cNvGraphicFramePr>
          <p:nvPr>
            <p:extLst>
              <p:ext uri="{D42A27DB-BD31-4B8C-83A1-F6EECF244321}">
                <p14:modId xmlns:p14="http://schemas.microsoft.com/office/powerpoint/2010/main" val="1934913412"/>
              </p:ext>
            </p:extLst>
          </p:nvPr>
        </p:nvGraphicFramePr>
        <p:xfrm>
          <a:off x="1155699" y="4031700"/>
          <a:ext cx="4347412" cy="2214880"/>
        </p:xfrm>
        <a:graphic>
          <a:graphicData uri="http://schemas.openxmlformats.org/drawingml/2006/table">
            <a:tbl>
              <a:tblPr firstRow="1" bandRow="1">
                <a:tableStyleId>{5C22544A-7EE6-4342-B048-85BDC9FD1C3A}</a:tableStyleId>
              </a:tblPr>
              <a:tblGrid>
                <a:gridCol w="3009901">
                  <a:extLst>
                    <a:ext uri="{9D8B030D-6E8A-4147-A177-3AD203B41FA5}">
                      <a16:colId xmlns:a16="http://schemas.microsoft.com/office/drawing/2014/main" val="1899022946"/>
                    </a:ext>
                  </a:extLst>
                </a:gridCol>
                <a:gridCol w="1337511">
                  <a:extLst>
                    <a:ext uri="{9D8B030D-6E8A-4147-A177-3AD203B41FA5}">
                      <a16:colId xmlns:a16="http://schemas.microsoft.com/office/drawing/2014/main" val="4160437103"/>
                    </a:ext>
                  </a:extLst>
                </a:gridCol>
              </a:tblGrid>
              <a:tr h="370840">
                <a:tc>
                  <a:txBody>
                    <a:bodyPr/>
                    <a:lstStyle/>
                    <a:p>
                      <a:pPr algn="ctr"/>
                      <a:r>
                        <a:rPr lang="en-US" sz="1400" dirty="0">
                          <a:latin typeface="Times New Roman" panose="02020603050405020304" pitchFamily="18" charset="0"/>
                          <a:cs typeface="Times New Roman" panose="02020603050405020304" pitchFamily="18" charset="0"/>
                        </a:rPr>
                        <a:t>Selected Features</a:t>
                      </a:r>
                    </a:p>
                  </a:txBody>
                  <a:tcPr/>
                </a:tc>
                <a:tc>
                  <a:txBody>
                    <a:bodyPr/>
                    <a:lstStyle/>
                    <a:p>
                      <a:pPr algn="ctr"/>
                      <a:r>
                        <a:rPr lang="en-US" sz="1400" dirty="0">
                          <a:latin typeface="Times New Roman" panose="02020603050405020304" pitchFamily="18" charset="0"/>
                          <a:cs typeface="Times New Roman" panose="02020603050405020304" pitchFamily="18" charset="0"/>
                        </a:rPr>
                        <a:t>Appearances in Energy Levels</a:t>
                      </a:r>
                    </a:p>
                  </a:txBody>
                  <a:tcPr/>
                </a:tc>
                <a:extLst>
                  <a:ext uri="{0D108BD9-81ED-4DB2-BD59-A6C34878D82A}">
                    <a16:rowId xmlns:a16="http://schemas.microsoft.com/office/drawing/2014/main" val="2431650112"/>
                  </a:ext>
                </a:extLst>
              </a:tr>
              <a:tr h="370840">
                <a:tc>
                  <a:txBody>
                    <a:bodyPr/>
                    <a:lstStyle/>
                    <a:p>
                      <a:pPr algn="ctr"/>
                      <a:r>
                        <a:rPr lang="en-US" sz="1400" dirty="0" err="1">
                          <a:latin typeface="Times New Roman" panose="02020603050405020304" pitchFamily="18" charset="0"/>
                          <a:cs typeface="Times New Roman" panose="02020603050405020304" pitchFamily="18" charset="0"/>
                        </a:rPr>
                        <a:t>Square_ngtdm_Coarseness</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17</a:t>
                      </a:r>
                    </a:p>
                  </a:txBody>
                  <a:tcPr/>
                </a:tc>
                <a:extLst>
                  <a:ext uri="{0D108BD9-81ED-4DB2-BD59-A6C34878D82A}">
                    <a16:rowId xmlns:a16="http://schemas.microsoft.com/office/drawing/2014/main" val="3779895024"/>
                  </a:ext>
                </a:extLst>
              </a:tr>
              <a:tr h="370840">
                <a:tc>
                  <a:txBody>
                    <a:bodyPr/>
                    <a:lstStyle/>
                    <a:p>
                      <a:pPr algn="ctr"/>
                      <a:r>
                        <a:rPr lang="en-US" sz="1400" dirty="0">
                          <a:latin typeface="Times New Roman" panose="02020603050405020304" pitchFamily="18" charset="0"/>
                          <a:cs typeface="Times New Roman" panose="02020603050405020304" pitchFamily="18" charset="0"/>
                        </a:rPr>
                        <a:t>Log_first_order_90_percentile</a:t>
                      </a:r>
                    </a:p>
                  </a:txBody>
                  <a:tcPr/>
                </a:tc>
                <a:tc>
                  <a:txBody>
                    <a:bodyPr/>
                    <a:lstStyle/>
                    <a:p>
                      <a:pPr algn="ctr"/>
                      <a:r>
                        <a:rPr lang="en-US" sz="1400"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2319372464"/>
                  </a:ext>
                </a:extLst>
              </a:tr>
              <a:tr h="370840">
                <a:tc>
                  <a:txBody>
                    <a:bodyPr/>
                    <a:lstStyle/>
                    <a:p>
                      <a:pPr algn="ctr"/>
                      <a:r>
                        <a:rPr lang="en-US" sz="1400" dirty="0">
                          <a:latin typeface="Times New Roman" panose="02020603050405020304" pitchFamily="18" charset="0"/>
                          <a:cs typeface="Times New Roman" panose="02020603050405020304" pitchFamily="18" charset="0"/>
                        </a:rPr>
                        <a:t>Lbp_2d_firstorder_90_percentile</a:t>
                      </a:r>
                    </a:p>
                  </a:txBody>
                  <a:tcPr/>
                </a:tc>
                <a:tc>
                  <a:txBody>
                    <a:bodyPr/>
                    <a:lstStyle/>
                    <a:p>
                      <a:pPr algn="ctr"/>
                      <a:r>
                        <a:rPr lang="en-US" sz="1400"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1878516812"/>
                  </a:ext>
                </a:extLst>
              </a:tr>
              <a:tr h="370840">
                <a:tc>
                  <a:txBody>
                    <a:bodyPr/>
                    <a:lstStyle/>
                    <a:p>
                      <a:pPr algn="ctr"/>
                      <a:r>
                        <a:rPr lang="en-US" sz="1400" dirty="0" err="1">
                          <a:latin typeface="Times New Roman" panose="02020603050405020304" pitchFamily="18" charset="0"/>
                          <a:cs typeface="Times New Roman" panose="02020603050405020304" pitchFamily="18" charset="0"/>
                        </a:rPr>
                        <a:t>Original_shape_elongation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4004050765"/>
                  </a:ext>
                </a:extLst>
              </a:tr>
            </a:tbl>
          </a:graphicData>
        </a:graphic>
      </p:graphicFrame>
      <p:graphicFrame>
        <p:nvGraphicFramePr>
          <p:cNvPr id="7" name="Table 5">
            <a:extLst>
              <a:ext uri="{FF2B5EF4-FFF2-40B4-BE49-F238E27FC236}">
                <a16:creationId xmlns:a16="http://schemas.microsoft.com/office/drawing/2014/main" id="{1DA7C017-0F09-251B-4B49-82FD5848A9FD}"/>
              </a:ext>
            </a:extLst>
          </p:cNvPr>
          <p:cNvGraphicFramePr>
            <a:graphicFrameLocks noGrp="1"/>
          </p:cNvGraphicFramePr>
          <p:nvPr>
            <p:extLst>
              <p:ext uri="{D42A27DB-BD31-4B8C-83A1-F6EECF244321}">
                <p14:modId xmlns:p14="http://schemas.microsoft.com/office/powerpoint/2010/main" val="1582368018"/>
              </p:ext>
            </p:extLst>
          </p:nvPr>
        </p:nvGraphicFramePr>
        <p:xfrm>
          <a:off x="5976924" y="4031700"/>
          <a:ext cx="5524013" cy="2214879"/>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115242257"/>
                    </a:ext>
                  </a:extLst>
                </a:gridCol>
                <a:gridCol w="1659200">
                  <a:extLst>
                    <a:ext uri="{9D8B030D-6E8A-4147-A177-3AD203B41FA5}">
                      <a16:colId xmlns:a16="http://schemas.microsoft.com/office/drawing/2014/main" val="2885511285"/>
                    </a:ext>
                  </a:extLst>
                </a:gridCol>
                <a:gridCol w="1390650">
                  <a:extLst>
                    <a:ext uri="{9D8B030D-6E8A-4147-A177-3AD203B41FA5}">
                      <a16:colId xmlns:a16="http://schemas.microsoft.com/office/drawing/2014/main" val="108354988"/>
                    </a:ext>
                  </a:extLst>
                </a:gridCol>
                <a:gridCol w="1178763">
                  <a:extLst>
                    <a:ext uri="{9D8B030D-6E8A-4147-A177-3AD203B41FA5}">
                      <a16:colId xmlns:a16="http://schemas.microsoft.com/office/drawing/2014/main" val="1282948113"/>
                    </a:ext>
                  </a:extLst>
                </a:gridCol>
              </a:tblGrid>
              <a:tr h="573395">
                <a:tc>
                  <a:txBody>
                    <a:bodyPr/>
                    <a:lstStyle/>
                    <a:p>
                      <a:pPr algn="ctr"/>
                      <a:r>
                        <a:rPr lang="en-US" sz="1400" dirty="0">
                          <a:latin typeface="Times New Roman" panose="02020603050405020304" pitchFamily="18" charset="0"/>
                          <a:cs typeface="Times New Roman" panose="02020603050405020304" pitchFamily="18" charset="0"/>
                        </a:rPr>
                        <a:t>Energy Levels (keV)</a:t>
                      </a:r>
                    </a:p>
                  </a:txBody>
                  <a:tcPr/>
                </a:tc>
                <a:tc>
                  <a:txBody>
                    <a:bodyPr/>
                    <a:lstStyle/>
                    <a:p>
                      <a:pPr algn="ctr"/>
                      <a:r>
                        <a:rPr lang="en-US" sz="1400" dirty="0">
                          <a:latin typeface="Times New Roman" panose="02020603050405020304" pitchFamily="18" charset="0"/>
                          <a:cs typeface="Times New Roman" panose="02020603050405020304" pitchFamily="18" charset="0"/>
                        </a:rPr>
                        <a:t>No. of selected features by PCA</a:t>
                      </a:r>
                    </a:p>
                  </a:txBody>
                  <a:tcPr/>
                </a:tc>
                <a:tc>
                  <a:txBody>
                    <a:bodyPr/>
                    <a:lstStyle/>
                    <a:p>
                      <a:pPr algn="ctr"/>
                      <a:r>
                        <a:rPr lang="en-US" sz="1400" dirty="0">
                          <a:latin typeface="Times New Roman" panose="02020603050405020304" pitchFamily="18" charset="0"/>
                          <a:cs typeface="Times New Roman" panose="02020603050405020304" pitchFamily="18" charset="0"/>
                        </a:rPr>
                        <a:t>Accuracy(%)</a:t>
                      </a:r>
                    </a:p>
                  </a:txBody>
                  <a:tcPr/>
                </a:tc>
                <a:tc>
                  <a:txBody>
                    <a:bodyPr/>
                    <a:lstStyle/>
                    <a:p>
                      <a:pPr algn="ctr"/>
                      <a:r>
                        <a:rPr lang="en-US" sz="1400" dirty="0">
                          <a:latin typeface="Times New Roman" panose="02020603050405020304" pitchFamily="18" charset="0"/>
                          <a:cs typeface="Times New Roman" panose="02020603050405020304" pitchFamily="18" charset="0"/>
                        </a:rPr>
                        <a:t>F1 Score</a:t>
                      </a:r>
                    </a:p>
                  </a:txBody>
                  <a:tcPr/>
                </a:tc>
                <a:extLst>
                  <a:ext uri="{0D108BD9-81ED-4DB2-BD59-A6C34878D82A}">
                    <a16:rowId xmlns:a16="http://schemas.microsoft.com/office/drawing/2014/main" val="3669161401"/>
                  </a:ext>
                </a:extLst>
              </a:tr>
              <a:tr h="410371">
                <a:tc>
                  <a:txBody>
                    <a:bodyPr/>
                    <a:lstStyle/>
                    <a:p>
                      <a:pPr algn="ctr" fontAlgn="b"/>
                      <a:r>
                        <a:rPr lang="en-US" sz="1400" b="0" i="0" u="none" strike="noStrike" dirty="0">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42</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0.693</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0.804</a:t>
                      </a:r>
                    </a:p>
                  </a:txBody>
                  <a:tcPr marL="9525" marR="9525" marT="9525" marB="0" anchor="b"/>
                </a:tc>
                <a:extLst>
                  <a:ext uri="{0D108BD9-81ED-4DB2-BD59-A6C34878D82A}">
                    <a16:rowId xmlns:a16="http://schemas.microsoft.com/office/drawing/2014/main" val="716562689"/>
                  </a:ext>
                </a:extLst>
              </a:tr>
              <a:tr h="410371">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65</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43</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0.706</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0.808</a:t>
                      </a:r>
                    </a:p>
                  </a:txBody>
                  <a:tcPr marL="9525" marR="9525" marT="9525" marB="0" anchor="b"/>
                </a:tc>
                <a:extLst>
                  <a:ext uri="{0D108BD9-81ED-4DB2-BD59-A6C34878D82A}">
                    <a16:rowId xmlns:a16="http://schemas.microsoft.com/office/drawing/2014/main" val="1100648846"/>
                  </a:ext>
                </a:extLst>
              </a:tr>
              <a:tr h="410371">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100</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43</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0.693</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0.8</a:t>
                      </a:r>
                    </a:p>
                  </a:txBody>
                  <a:tcPr marL="9525" marR="9525" marT="9525" marB="0" anchor="b"/>
                </a:tc>
                <a:extLst>
                  <a:ext uri="{0D108BD9-81ED-4DB2-BD59-A6C34878D82A}">
                    <a16:rowId xmlns:a16="http://schemas.microsoft.com/office/drawing/2014/main" val="1877768271"/>
                  </a:ext>
                </a:extLst>
              </a:tr>
              <a:tr h="410371">
                <a:tc>
                  <a:txBody>
                    <a:bodyPr/>
                    <a:lstStyle/>
                    <a:p>
                      <a:pPr algn="ctr" fontAlgn="b"/>
                      <a:r>
                        <a:rPr lang="en-US" sz="1400" b="0" i="0" u="none" strike="noStrike" dirty="0">
                          <a:solidFill>
                            <a:srgbClr val="000000"/>
                          </a:solidFill>
                          <a:effectLst/>
                          <a:latin typeface="Times New Roman" panose="02020603050405020304" pitchFamily="18" charset="0"/>
                          <a:cs typeface="Times New Roman" panose="02020603050405020304" pitchFamily="18" charset="0"/>
                        </a:rPr>
                        <a:t>130</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43</a:t>
                      </a:r>
                    </a:p>
                  </a:txBody>
                  <a:tcPr marL="9525" marR="9525" marT="9525" marB="0" anchor="b"/>
                </a:tc>
                <a:tc>
                  <a:txBody>
                    <a:bodyPr/>
                    <a:lstStyle/>
                    <a:p>
                      <a:pPr algn="ctr" fontAlgn="b"/>
                      <a:r>
                        <a:rPr lang="en-US" sz="1400" b="0" i="0" u="none" strike="noStrike">
                          <a:solidFill>
                            <a:srgbClr val="000000"/>
                          </a:solidFill>
                          <a:effectLst/>
                          <a:latin typeface="Times New Roman" panose="02020603050405020304" pitchFamily="18" charset="0"/>
                          <a:cs typeface="Times New Roman" panose="02020603050405020304" pitchFamily="18" charset="0"/>
                        </a:rPr>
                        <a:t>0.708</a:t>
                      </a:r>
                    </a:p>
                  </a:txBody>
                  <a:tcPr marL="9525" marR="9525" marT="9525" marB="0" anchor="b"/>
                </a:tc>
                <a:tc>
                  <a:txBody>
                    <a:bodyPr/>
                    <a:lstStyle/>
                    <a:p>
                      <a:pPr algn="ctr" fontAlgn="b"/>
                      <a:r>
                        <a:rPr lang="en-US" sz="1400" b="0" i="0" u="none" strike="noStrike" dirty="0">
                          <a:solidFill>
                            <a:srgbClr val="000000"/>
                          </a:solidFill>
                          <a:effectLst/>
                          <a:latin typeface="Times New Roman" panose="02020603050405020304" pitchFamily="18" charset="0"/>
                          <a:cs typeface="Times New Roman" panose="02020603050405020304" pitchFamily="18" charset="0"/>
                        </a:rPr>
                        <a:t>0.811</a:t>
                      </a:r>
                    </a:p>
                  </a:txBody>
                  <a:tcPr marL="9525" marR="9525" marT="9525" marB="0" anchor="b"/>
                </a:tc>
                <a:extLst>
                  <a:ext uri="{0D108BD9-81ED-4DB2-BD59-A6C34878D82A}">
                    <a16:rowId xmlns:a16="http://schemas.microsoft.com/office/drawing/2014/main" val="17755809"/>
                  </a:ext>
                </a:extLst>
              </a:tr>
            </a:tbl>
          </a:graphicData>
        </a:graphic>
      </p:graphicFrame>
    </p:spTree>
    <p:extLst>
      <p:ext uri="{BB962C8B-B14F-4D97-AF65-F5344CB8AC3E}">
        <p14:creationId xmlns:p14="http://schemas.microsoft.com/office/powerpoint/2010/main" val="317907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Shape 69">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2" name="Rectangle 7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79D8D5-8D45-913F-3B93-62706CE7002D}"/>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latin typeface="Times New Roman" panose="02020603050405020304" pitchFamily="18" charset="0"/>
                <a:cs typeface="Times New Roman" panose="02020603050405020304" pitchFamily="18" charset="0"/>
              </a:rPr>
              <a:t>Conclusion</a:t>
            </a:r>
            <a:endParaRPr lang="en-US" sz="4000">
              <a:solidFill>
                <a:srgbClr val="FFFFFF"/>
              </a:solidFill>
              <a:latin typeface="Times New Roman" panose="02020603050405020304" pitchFamily="18" charset="0"/>
              <a:cs typeface="Times New Roman" panose="02020603050405020304" pitchFamily="18" charset="0"/>
            </a:endParaRPr>
          </a:p>
        </p:txBody>
      </p:sp>
      <p:graphicFrame>
        <p:nvGraphicFramePr>
          <p:cNvPr id="57" name="TextBox 3">
            <a:extLst>
              <a:ext uri="{FF2B5EF4-FFF2-40B4-BE49-F238E27FC236}">
                <a16:creationId xmlns:a16="http://schemas.microsoft.com/office/drawing/2014/main" id="{2BE4BD20-B6F2-3C42-F732-D708B8517063}"/>
              </a:ext>
            </a:extLst>
          </p:cNvPr>
          <p:cNvGraphicFramePr/>
          <p:nvPr>
            <p:extLst>
              <p:ext uri="{D42A27DB-BD31-4B8C-83A1-F6EECF244321}">
                <p14:modId xmlns:p14="http://schemas.microsoft.com/office/powerpoint/2010/main" val="229360597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714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a:spLocks noGrp="1"/>
          </p:cNvSpPr>
          <p:nvPr>
            <p:ph type="body" idx="1"/>
          </p:nvPr>
        </p:nvSpPr>
        <p:spPr>
          <a:xfrm>
            <a:off x="402565" y="2697550"/>
            <a:ext cx="11386870" cy="2117558"/>
          </a:xfrm>
          <a:prstGeom prst="rect">
            <a:avLst/>
          </a:prstGeom>
        </p:spPr>
        <p:txBody>
          <a:bodyPr>
            <a:normAutofit/>
          </a:bodyPr>
          <a:lstStyle/>
          <a:p>
            <a:pPr lvl="0">
              <a:lnSpc>
                <a:spcPct val="72000"/>
              </a:lnSpc>
              <a:defRPr sz="1800"/>
            </a:pPr>
            <a:endParaRPr b="1" dirty="0"/>
          </a:p>
          <a:p>
            <a:pPr lvl="0">
              <a:lnSpc>
                <a:spcPct val="72000"/>
              </a:lnSpc>
              <a:defRPr sz="1800"/>
            </a:pPr>
            <a:r>
              <a:rPr lang="en-US" sz="4000" b="1" dirty="0">
                <a:solidFill>
                  <a:srgbClr val="FFFFFF"/>
                </a:solidFill>
                <a:effectLst>
                  <a:outerShdw blurRad="38100" dist="38100" dir="2700000" rotWithShape="0">
                    <a:srgbClr val="000000">
                      <a:alpha val="43137"/>
                    </a:srgbClr>
                  </a:outerShdw>
                </a:effectLst>
                <a:latin typeface="Arial"/>
                <a:ea typeface="Arial"/>
                <a:cs typeface="Arial"/>
                <a:sym typeface="Arial"/>
              </a:rPr>
              <a:t>Thank You</a:t>
            </a:r>
            <a:endParaRPr lang="en-US" sz="2000" b="1" dirty="0">
              <a:solidFill>
                <a:srgbClr val="FFFFFF"/>
              </a:solidFill>
              <a:effectLst>
                <a:outerShdw blurRad="38100" dist="38100" dir="2700000" rotWithShape="0">
                  <a:srgbClr val="000000">
                    <a:alpha val="43137"/>
                  </a:srgbClr>
                </a:outerShdw>
              </a:effectLst>
            </a:endParaRPr>
          </a:p>
          <a:p>
            <a:pPr lvl="0">
              <a:lnSpc>
                <a:spcPct val="72000"/>
              </a:lnSpc>
              <a:defRPr sz="1800"/>
            </a:pPr>
            <a:endParaRPr b="1" dirty="0">
              <a:solidFill>
                <a:srgbClr val="FFFFFF"/>
              </a:solidFill>
              <a:effectLst>
                <a:outerShdw blurRad="38100" dist="38100" dir="2700000" rotWithShape="0">
                  <a:srgbClr val="000000">
                    <a:alpha val="43137"/>
                  </a:srgbClr>
                </a:outerShdw>
              </a:effectLst>
            </a:endParaRPr>
          </a:p>
        </p:txBody>
      </p:sp>
      <p:sp>
        <p:nvSpPr>
          <p:cNvPr id="6" name="Rectangle: Rounded Corners 5">
            <a:extLst>
              <a:ext uri="{FF2B5EF4-FFF2-40B4-BE49-F238E27FC236}">
                <a16:creationId xmlns:a16="http://schemas.microsoft.com/office/drawing/2014/main" id="{CA8EFDD2-5E7C-6876-6E19-F9040C52B7EA}"/>
              </a:ext>
            </a:extLst>
          </p:cNvPr>
          <p:cNvSpPr/>
          <p:nvPr/>
        </p:nvSpPr>
        <p:spPr>
          <a:xfrm>
            <a:off x="336401" y="5097499"/>
            <a:ext cx="2850122" cy="1514895"/>
          </a:xfrm>
          <a:prstGeom prst="roundRect">
            <a:avLst/>
          </a:prstGeom>
          <a:solidFill>
            <a:schemeClr val="bg1"/>
          </a:solidFill>
          <a:ln w="76200" cap="flat">
            <a:solidFill>
              <a:schemeClr val="accent2"/>
            </a:solidFill>
            <a:prstDash val="solid"/>
            <a:miter lim="8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7" name="Picture 6" descr="Logo, company name&#10;&#10;Description automatically generated">
            <a:extLst>
              <a:ext uri="{FF2B5EF4-FFF2-40B4-BE49-F238E27FC236}">
                <a16:creationId xmlns:a16="http://schemas.microsoft.com/office/drawing/2014/main" id="{CB3DE87D-513D-57C6-993A-3F57BFE1C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089" y="5263287"/>
            <a:ext cx="2860427" cy="1170711"/>
          </a:xfrm>
          <a:prstGeom prst="rect">
            <a:avLst/>
          </a:prstGeom>
        </p:spPr>
      </p:pic>
      <p:sp>
        <p:nvSpPr>
          <p:cNvPr id="8" name="Rectangle: Rounded Corners 7">
            <a:extLst>
              <a:ext uri="{FF2B5EF4-FFF2-40B4-BE49-F238E27FC236}">
                <a16:creationId xmlns:a16="http://schemas.microsoft.com/office/drawing/2014/main" id="{4FFF4439-D7C2-1AAE-70F3-983D046EEFEB}"/>
              </a:ext>
            </a:extLst>
          </p:cNvPr>
          <p:cNvSpPr/>
          <p:nvPr/>
        </p:nvSpPr>
        <p:spPr>
          <a:xfrm>
            <a:off x="6868274" y="5263287"/>
            <a:ext cx="4895637" cy="1163379"/>
          </a:xfrm>
          <a:prstGeom prst="roundRect">
            <a:avLst/>
          </a:prstGeom>
          <a:solidFill>
            <a:schemeClr val="bg1"/>
          </a:solidFill>
          <a:ln w="76200" cap="flat">
            <a:solidFill>
              <a:schemeClr val="accent2"/>
            </a:solidFill>
            <a:prstDash val="solid"/>
            <a:miter lim="8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9" name="Picture 8" descr="A picture containing text, orange&#10;&#10;Description automatically generated">
            <a:extLst>
              <a:ext uri="{FF2B5EF4-FFF2-40B4-BE49-F238E27FC236}">
                <a16:creationId xmlns:a16="http://schemas.microsoft.com/office/drawing/2014/main" id="{5C026D4D-3C8E-8D61-8055-C754798578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4131" y="5551128"/>
            <a:ext cx="4235360" cy="593147"/>
          </a:xfrm>
          <a:prstGeom prst="rect">
            <a:avLst/>
          </a:prstGeom>
        </p:spPr>
      </p:pic>
    </p:spTree>
    <p:extLst>
      <p:ext uri="{BB962C8B-B14F-4D97-AF65-F5344CB8AC3E}">
        <p14:creationId xmlns:p14="http://schemas.microsoft.com/office/powerpoint/2010/main" val="3171964213"/>
      </p:ext>
    </p:extLst>
  </p:cSld>
  <p:clrMapOvr>
    <a:masterClrMapping/>
  </p:clrMapOvr>
  <p:transition spd="med" advTm="10187"/>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4472C4"/>
          </a:solidFill>
          <a:prstDash val="solid"/>
          <a:miter lim="800000"/>
        </a:ln>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4472C4"/>
          </a:solidFill>
          <a:prstDash val="solid"/>
          <a:miter lim="8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3FE144C-262F-4B04-8BF3-C13E9AEA59DD}">
  <we:reference id="4b785c87-866c-4bad-85d8-5d1ae467ac9a" version="3.5.1.0" store="EXCatalog" storeType="EXCatalog"/>
  <we:alternateReferences>
    <we:reference id="WA104381909" version="3.5.1.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771</TotalTime>
  <Words>906</Words>
  <Application>Microsoft Office PowerPoint</Application>
  <PresentationFormat>Widescreen</PresentationFormat>
  <Paragraphs>126</Paragraphs>
  <Slides>12</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Arial</vt:lpstr>
      <vt:lpstr>Calibri</vt:lpstr>
      <vt:lpstr>Calibri Light</vt:lpstr>
      <vt:lpstr>Helvetica Neue</vt:lpstr>
      <vt:lpstr>Times New Roman</vt:lpstr>
      <vt:lpstr>Wingdings</vt:lpstr>
      <vt:lpstr>Office Theme</vt:lpstr>
      <vt:lpstr>Default</vt:lpstr>
      <vt:lpstr>A Presentation on Dimensionality Reduction of Radiomic Features in Dual CT Images</vt:lpstr>
      <vt:lpstr>Outline</vt:lpstr>
      <vt:lpstr>Why DECT Imaging?</vt:lpstr>
      <vt:lpstr>Motivation</vt:lpstr>
      <vt:lpstr>Dual CT Energy Project</vt:lpstr>
      <vt:lpstr>DECT Data Analysis</vt:lpstr>
      <vt:lpstr>Graphical Inspection</vt:lpstr>
      <vt:lpstr>Principal Component Analysis (PCA)</vt:lpstr>
      <vt:lpstr>Feature Inspection</vt:lpstr>
      <vt:lpstr>Results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Presentation on Dual Energy CT Imaging </dc:title>
  <dc:creator>Tahsin Mostafiz, Mohammad</dc:creator>
  <cp:lastModifiedBy>Tahsin Mostafiz, Mohammad</cp:lastModifiedBy>
  <cp:revision>22</cp:revision>
  <dcterms:created xsi:type="dcterms:W3CDTF">2023-04-10T21:15:31Z</dcterms:created>
  <dcterms:modified xsi:type="dcterms:W3CDTF">2023-05-10T06:08:33Z</dcterms:modified>
</cp:coreProperties>
</file>